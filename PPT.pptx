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5"/>
  </p:notesMasterIdLst>
  <p:handoutMasterIdLst>
    <p:handoutMasterId r:id="rId15"/>
  </p:handoutMasterIdLst>
  <p:sldIdLst>
    <p:sldId id="340" r:id="rId4"/>
    <p:sldId id="341" r:id="rId6"/>
    <p:sldId id="342" r:id="rId7"/>
    <p:sldId id="372" r:id="rId8"/>
    <p:sldId id="381" r:id="rId9"/>
    <p:sldId id="408" r:id="rId10"/>
    <p:sldId id="373" r:id="rId11"/>
    <p:sldId id="375" r:id="rId12"/>
    <p:sldId id="380" r:id="rId13"/>
    <p:sldId id="410" r:id="rId14"/>
  </p:sldIdLst>
  <p:sldSz cx="12192000" cy="6858000"/>
  <p:notesSz cx="6858000" cy="9144000"/>
  <p:embeddedFontLst>
    <p:embeddedFont>
      <p:font typeface="Inter" panose="02000503000000020004" charset="0"/>
      <p:regular r:id="rId19"/>
    </p:embeddedFont>
  </p:embeddedFontLst>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DBF8"/>
    <a:srgbClr val="4AC7F9"/>
    <a:srgbClr val="47B2FA"/>
    <a:srgbClr val="54A6FB"/>
    <a:srgbClr val="4589FB"/>
    <a:srgbClr val="4675FC"/>
    <a:srgbClr val="54FDED"/>
    <a:srgbClr val="4EE4F0"/>
    <a:srgbClr val="49CCF3"/>
    <a:srgbClr val="44B3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gs" Target="tags/tag222.xml"/><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Inter Black" panose="02000503000000020004" charset="0"/>
              <a:ea typeface="Inter Black" panose="02000503000000020004" charset="0"/>
              <a:cs typeface="Inter" panose="020005030000000200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Inter Black" panose="02000503000000020004" charset="0"/>
                <a:ea typeface="Inter Black" panose="02000503000000020004" charset="0"/>
                <a:cs typeface="Inter" panose="02000503000000020004" charset="0"/>
              </a:rPr>
            </a:fld>
            <a:endParaRPr lang="zh-CN" altLang="en-US">
              <a:latin typeface="Inter Black" panose="02000503000000020004" charset="0"/>
              <a:ea typeface="Inter Black" panose="02000503000000020004" charset="0"/>
              <a:cs typeface="Inter" panose="020005030000000200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Inter Black" panose="02000503000000020004" charset="0"/>
              <a:ea typeface="Inter Black" panose="02000503000000020004" charset="0"/>
              <a:cs typeface="Inter" panose="020005030000000200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Inter Black" panose="02000503000000020004" charset="0"/>
                <a:ea typeface="Inter Black" panose="02000503000000020004" charset="0"/>
                <a:cs typeface="Inter" panose="02000503000000020004" charset="0"/>
              </a:rPr>
            </a:fld>
            <a:endParaRPr lang="zh-CN" altLang="en-US">
              <a:latin typeface="Inter Black" panose="02000503000000020004" charset="0"/>
              <a:ea typeface="Inter Black" panose="02000503000000020004" charset="0"/>
              <a:cs typeface="Inter" panose="020005030000000200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nter Black" panose="02000503000000020004" charset="0"/>
                <a:ea typeface="Inter Black" panose="02000503000000020004" charset="0"/>
                <a:cs typeface="Inter" panose="0200050300000002000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nter Black" panose="02000503000000020004" charset="0"/>
                <a:ea typeface="Inter Black" panose="02000503000000020004" charset="0"/>
                <a:cs typeface="Inter" panose="02000503000000020004"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nter Black" panose="02000503000000020004" charset="0"/>
                <a:ea typeface="Inter Black" panose="02000503000000020004" charset="0"/>
                <a:cs typeface="Inter" panose="0200050300000002000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nter Black" panose="02000503000000020004" charset="0"/>
                <a:ea typeface="Inter Black" panose="02000503000000020004" charset="0"/>
                <a:cs typeface="Inter" panose="02000503000000020004"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1pPr>
    <a:lvl2pPr marL="4572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2pPr>
    <a:lvl3pPr marL="9144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3pPr>
    <a:lvl4pPr marL="13716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4pPr>
    <a:lvl5pPr marL="18288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Inter" panose="02000503000000020004" charset="0"/>
          <a:ea typeface="Inter Black" panose="02000503000000020004" charset="0"/>
          <a:cs typeface="Inter" panose="020005030000000200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Inter" panose="02000503000000020004" charset="0"/>
          <a:ea typeface="Inter Black" panose="02000503000000020004" charset="0"/>
          <a:cs typeface="Inter" panose="020005030000000200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0" Type="http://schemas.openxmlformats.org/officeDocument/2006/relationships/notesSlide" Target="../notesSlides/notesSlide1.xml"/><Relationship Id="rId3" Type="http://schemas.openxmlformats.org/officeDocument/2006/relationships/tags" Target="../tags/tag126.xml"/><Relationship Id="rId29" Type="http://schemas.openxmlformats.org/officeDocument/2006/relationships/slideLayout" Target="../slideLayouts/slideLayout12.xml"/><Relationship Id="rId28" Type="http://schemas.openxmlformats.org/officeDocument/2006/relationships/tags" Target="../tags/tag151.xml"/><Relationship Id="rId27" Type="http://schemas.openxmlformats.org/officeDocument/2006/relationships/tags" Target="../tags/tag150.xml"/><Relationship Id="rId26" Type="http://schemas.openxmlformats.org/officeDocument/2006/relationships/tags" Target="../tags/tag149.xml"/><Relationship Id="rId25" Type="http://schemas.openxmlformats.org/officeDocument/2006/relationships/tags" Target="../tags/tag148.xml"/><Relationship Id="rId24" Type="http://schemas.openxmlformats.org/officeDocument/2006/relationships/tags" Target="../tags/tag147.xml"/><Relationship Id="rId23" Type="http://schemas.openxmlformats.org/officeDocument/2006/relationships/tags" Target="../tags/tag146.xml"/><Relationship Id="rId22" Type="http://schemas.openxmlformats.org/officeDocument/2006/relationships/tags" Target="../tags/tag145.xml"/><Relationship Id="rId21" Type="http://schemas.openxmlformats.org/officeDocument/2006/relationships/tags" Target="../tags/tag144.xml"/><Relationship Id="rId20" Type="http://schemas.openxmlformats.org/officeDocument/2006/relationships/tags" Target="../tags/tag143.xml"/><Relationship Id="rId2" Type="http://schemas.openxmlformats.org/officeDocument/2006/relationships/tags" Target="../tags/tag125.xml"/><Relationship Id="rId19" Type="http://schemas.openxmlformats.org/officeDocument/2006/relationships/tags" Target="../tags/tag14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4" Type="http://schemas.openxmlformats.org/officeDocument/2006/relationships/notesSlide" Target="../notesSlides/notesSlide2.xml"/><Relationship Id="rId23" Type="http://schemas.openxmlformats.org/officeDocument/2006/relationships/slideLayout" Target="../slideLayouts/slideLayout12.xml"/><Relationship Id="rId22" Type="http://schemas.openxmlformats.org/officeDocument/2006/relationships/tags" Target="../tags/tag172.xml"/><Relationship Id="rId21" Type="http://schemas.openxmlformats.org/officeDocument/2006/relationships/tags" Target="../tags/tag171.xml"/><Relationship Id="rId20" Type="http://schemas.openxmlformats.org/officeDocument/2006/relationships/tags" Target="../tags/tag170.xml"/><Relationship Id="rId2" Type="http://schemas.openxmlformats.org/officeDocument/2006/relationships/tags" Target="../tags/tag152.xml"/><Relationship Id="rId19" Type="http://schemas.openxmlformats.org/officeDocument/2006/relationships/tags" Target="../tags/tag169.xml"/><Relationship Id="rId18" Type="http://schemas.openxmlformats.org/officeDocument/2006/relationships/tags" Target="../tags/tag168.xml"/><Relationship Id="rId17" Type="http://schemas.openxmlformats.org/officeDocument/2006/relationships/tags" Target="../tags/tag167.xml"/><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2.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image" Target="../media/image4.jpeg"/><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 Type="http://schemas.openxmlformats.org/officeDocument/2006/relationships/tags" Target="../tags/tag188.xml"/><Relationship Id="rId18" Type="http://schemas.openxmlformats.org/officeDocument/2006/relationships/notesSlide" Target="../notesSlides/notesSlide7.xml"/><Relationship Id="rId17" Type="http://schemas.openxmlformats.org/officeDocument/2006/relationships/slideLayout" Target="../slideLayouts/slideLayout12.xml"/><Relationship Id="rId16" Type="http://schemas.openxmlformats.org/officeDocument/2006/relationships/tags" Target="../tags/tag202.xml"/><Relationship Id="rId15" Type="http://schemas.openxmlformats.org/officeDocument/2006/relationships/tags" Target="../tags/tag201.xml"/><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9" Type="http://schemas.openxmlformats.org/officeDocument/2006/relationships/tags" Target="../tags/tag210.xml"/><Relationship Id="rId8" Type="http://schemas.openxmlformats.org/officeDocument/2006/relationships/tags" Target="../tags/tag209.xml"/><Relationship Id="rId7" Type="http://schemas.openxmlformats.org/officeDocument/2006/relationships/tags" Target="../tags/tag208.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3" Type="http://schemas.openxmlformats.org/officeDocument/2006/relationships/notesSlide" Target="../notesSlides/notesSlide8.xml"/><Relationship Id="rId12" Type="http://schemas.openxmlformats.org/officeDocument/2006/relationships/slideLayout" Target="../slideLayouts/slideLayout12.xml"/><Relationship Id="rId11" Type="http://schemas.openxmlformats.org/officeDocument/2006/relationships/tags" Target="../tags/tag212.xml"/><Relationship Id="rId10" Type="http://schemas.openxmlformats.org/officeDocument/2006/relationships/tags" Target="../tags/tag21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image" Target="../media/image5.jpeg"/><Relationship Id="rId3" Type="http://schemas.openxmlformats.org/officeDocument/2006/relationships/image" Target="../media/image3.jpeg"/><Relationship Id="rId2" Type="http://schemas.openxmlformats.org/officeDocument/2006/relationships/tags" Target="../tags/tag214.xml"/><Relationship Id="rId1" Type="http://schemas.openxmlformats.org/officeDocument/2006/relationships/tags" Target="../tags/tag213.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2" name="图片 51" descr="VCG21128005867512"/>
          <p:cNvPicPr>
            <a:picLocks noChangeAspect="1"/>
          </p:cNvPicPr>
          <p:nvPr/>
        </p:nvPicPr>
        <p:blipFill>
          <a:blip r:embed="rId1">
            <a:alphaModFix amt="20000"/>
          </a:blip>
          <a:stretch>
            <a:fillRect/>
          </a:stretch>
        </p:blipFill>
        <p:spPr>
          <a:xfrm>
            <a:off x="4445" y="0"/>
            <a:ext cx="12160885" cy="6857365"/>
          </a:xfrm>
          <a:prstGeom prst="rect">
            <a:avLst/>
          </a:prstGeom>
        </p:spPr>
      </p:pic>
      <p:sp>
        <p:nvSpPr>
          <p:cNvPr id="19" name="文本框 18"/>
          <p:cNvSpPr txBox="1"/>
          <p:nvPr>
            <p:custDataLst>
              <p:tags r:id="rId2"/>
            </p:custDataLst>
          </p:nvPr>
        </p:nvSpPr>
        <p:spPr>
          <a:xfrm>
            <a:off x="2413318" y="3166110"/>
            <a:ext cx="7365365" cy="1322070"/>
          </a:xfrm>
          <a:prstGeom prst="rect">
            <a:avLst/>
          </a:prstGeom>
          <a:noFill/>
        </p:spPr>
        <p:txBody>
          <a:bodyPr wrap="square" rtlCol="0" anchor="t">
            <a:spAutoFit/>
          </a:bodyPr>
          <a:p>
            <a:pPr algn="ctr"/>
            <a:r>
              <a:rPr lang="en-US" altLang="zh-CN" sz="4000">
                <a:solidFill>
                  <a:schemeClr val="accent6"/>
                </a:solidFill>
                <a:effectLst/>
                <a:latin typeface="Inter Black" panose="02000503000000020004" charset="0"/>
                <a:ea typeface="Inter Black" panose="02000503000000020004" charset="0"/>
                <a:cs typeface="Inter Black" panose="02000503000000020004" charset="0"/>
              </a:rPr>
              <a:t>Air Quality Management System</a:t>
            </a:r>
            <a:endParaRPr lang="en-US" altLang="zh-CN" sz="4000">
              <a:solidFill>
                <a:schemeClr val="accent6"/>
              </a:solidFill>
              <a:effectLst/>
              <a:latin typeface="Inter Black" panose="02000503000000020004" charset="0"/>
              <a:ea typeface="Inter Black" panose="02000503000000020004" charset="0"/>
              <a:cs typeface="Inter Black" panose="02000503000000020004" charset="0"/>
            </a:endParaRPr>
          </a:p>
        </p:txBody>
      </p:sp>
      <p:sp>
        <p:nvSpPr>
          <p:cNvPr id="20" name="文本框 19"/>
          <p:cNvSpPr txBox="1"/>
          <p:nvPr>
            <p:custDataLst>
              <p:tags r:id="rId3"/>
            </p:custDataLst>
          </p:nvPr>
        </p:nvSpPr>
        <p:spPr>
          <a:xfrm>
            <a:off x="2413635" y="2252980"/>
            <a:ext cx="7365365" cy="1014730"/>
          </a:xfrm>
          <a:prstGeom prst="rect">
            <a:avLst/>
          </a:prstGeom>
          <a:noFill/>
        </p:spPr>
        <p:txBody>
          <a:bodyPr wrap="square" rtlCol="0" anchor="t">
            <a:spAutoFit/>
          </a:bodyPr>
          <a:p>
            <a:pPr algn="ctr"/>
            <a:r>
              <a:rPr lang="zh-CN" altLang="en-US" sz="6000">
                <a:ln>
                  <a:noFill/>
                </a:ln>
                <a:solidFill>
                  <a:schemeClr val="bg1"/>
                </a:solidFill>
                <a:effectLst/>
                <a:latin typeface="Inter Black" panose="02000503000000020004" charset="0"/>
                <a:ea typeface="Inter Black" panose="02000503000000020004" charset="0"/>
                <a:cs typeface="Inter Black" panose="02000503000000020004" charset="0"/>
              </a:rPr>
              <a:t>Introduction</a:t>
            </a:r>
            <a:endParaRPr lang="zh-CN" altLang="en-US" sz="6000">
              <a:ln>
                <a:noFill/>
              </a:ln>
              <a:solidFill>
                <a:schemeClr val="bg1"/>
              </a:solidFill>
              <a:effectLst/>
              <a:latin typeface="Inter Black" panose="02000503000000020004" charset="0"/>
              <a:ea typeface="Inter Black" panose="02000503000000020004" charset="0"/>
              <a:cs typeface="Inter Black" panose="02000503000000020004" charset="0"/>
            </a:endParaRPr>
          </a:p>
        </p:txBody>
      </p:sp>
      <p:sp>
        <p:nvSpPr>
          <p:cNvPr id="22" name="任意多边形: 形状 14"/>
          <p:cNvSpPr/>
          <p:nvPr>
            <p:custDataLst>
              <p:tags r:id="rId4"/>
            </p:custDataLst>
          </p:nvPr>
        </p:nvSpPr>
        <p:spPr>
          <a:xfrm>
            <a:off x="2377516" y="4206476"/>
            <a:ext cx="7438409" cy="110315"/>
          </a:xfrm>
          <a:custGeom>
            <a:avLst/>
            <a:gdLst>
              <a:gd name="connsiteX0" fmla="*/ 0 w 10926501"/>
              <a:gd name="connsiteY0" fmla="*/ 0 h 162045"/>
              <a:gd name="connsiteX1" fmla="*/ 3761772 w 10926501"/>
              <a:gd name="connsiteY1" fmla="*/ 0 h 162045"/>
              <a:gd name="connsiteX2" fmla="*/ 3923817 w 10926501"/>
              <a:gd name="connsiteY2" fmla="*/ 162045 h 162045"/>
              <a:gd name="connsiteX3" fmla="*/ 6979534 w 10926501"/>
              <a:gd name="connsiteY3" fmla="*/ 162045 h 162045"/>
              <a:gd name="connsiteX4" fmla="*/ 7141579 w 10926501"/>
              <a:gd name="connsiteY4" fmla="*/ 0 h 162045"/>
              <a:gd name="connsiteX5" fmla="*/ 10926501 w 10926501"/>
              <a:gd name="connsiteY5" fmla="*/ 0 h 162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6501" h="162045">
                <a:moveTo>
                  <a:pt x="0" y="0"/>
                </a:moveTo>
                <a:lnTo>
                  <a:pt x="3761772" y="0"/>
                </a:lnTo>
                <a:lnTo>
                  <a:pt x="3923817" y="162045"/>
                </a:lnTo>
                <a:lnTo>
                  <a:pt x="6979534" y="162045"/>
                </a:lnTo>
                <a:lnTo>
                  <a:pt x="7141579" y="0"/>
                </a:lnTo>
                <a:lnTo>
                  <a:pt x="10926501" y="0"/>
                </a:lnTo>
              </a:path>
            </a:pathLst>
          </a:custGeom>
          <a:noFill/>
          <a:ln w="38100">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159" name="任意多边形: 形状 158"/>
          <p:cNvSpPr/>
          <p:nvPr/>
        </p:nvSpPr>
        <p:spPr>
          <a:xfrm>
            <a:off x="4629150" y="4827270"/>
            <a:ext cx="2934335" cy="559435"/>
          </a:xfrm>
          <a:custGeom>
            <a:avLst/>
            <a:gdLst>
              <a:gd name="connsiteX0" fmla="*/ 0 w 2880000"/>
              <a:gd name="connsiteY0" fmla="*/ 0 h 3600000"/>
              <a:gd name="connsiteX1" fmla="*/ 882815 w 2880000"/>
              <a:gd name="connsiteY1" fmla="*/ 0 h 3600000"/>
              <a:gd name="connsiteX2" fmla="*/ 942863 w 2880000"/>
              <a:gd name="connsiteY2" fmla="*/ 60048 h 3600000"/>
              <a:gd name="connsiteX3" fmla="*/ 1902766 w 2880000"/>
              <a:gd name="connsiteY3" fmla="*/ 60048 h 3600000"/>
              <a:gd name="connsiteX4" fmla="*/ 1962813 w 2880000"/>
              <a:gd name="connsiteY4" fmla="*/ 0 h 3600000"/>
              <a:gd name="connsiteX5" fmla="*/ 2880000 w 2880000"/>
              <a:gd name="connsiteY5" fmla="*/ 0 h 3600000"/>
              <a:gd name="connsiteX6" fmla="*/ 2880000 w 2880000"/>
              <a:gd name="connsiteY6" fmla="*/ 3600000 h 3600000"/>
              <a:gd name="connsiteX7" fmla="*/ 1957099 w 2880000"/>
              <a:gd name="connsiteY7" fmla="*/ 3600000 h 3600000"/>
              <a:gd name="connsiteX8" fmla="*/ 1902766 w 2880000"/>
              <a:gd name="connsiteY8" fmla="*/ 3545666 h 3600000"/>
              <a:gd name="connsiteX9" fmla="*/ 942863 w 2880000"/>
              <a:gd name="connsiteY9" fmla="*/ 3545666 h 3600000"/>
              <a:gd name="connsiteX10" fmla="*/ 888529 w 2880000"/>
              <a:gd name="connsiteY10" fmla="*/ 3600000 h 3600000"/>
              <a:gd name="connsiteX11" fmla="*/ 0 w 2880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0000" h="3600000">
                <a:moveTo>
                  <a:pt x="0" y="0"/>
                </a:moveTo>
                <a:lnTo>
                  <a:pt x="882815" y="0"/>
                </a:lnTo>
                <a:lnTo>
                  <a:pt x="942863" y="60048"/>
                </a:lnTo>
                <a:lnTo>
                  <a:pt x="1902766" y="60048"/>
                </a:lnTo>
                <a:lnTo>
                  <a:pt x="1962813" y="0"/>
                </a:lnTo>
                <a:lnTo>
                  <a:pt x="2880000" y="0"/>
                </a:lnTo>
                <a:lnTo>
                  <a:pt x="2880000" y="3600000"/>
                </a:lnTo>
                <a:lnTo>
                  <a:pt x="1957099" y="3600000"/>
                </a:lnTo>
                <a:lnTo>
                  <a:pt x="1902766" y="3545666"/>
                </a:lnTo>
                <a:lnTo>
                  <a:pt x="942863" y="3545666"/>
                </a:lnTo>
                <a:lnTo>
                  <a:pt x="888529" y="3600000"/>
                </a:lnTo>
                <a:lnTo>
                  <a:pt x="0" y="3600000"/>
                </a:lnTo>
                <a:close/>
              </a:path>
            </a:pathLst>
          </a:custGeom>
          <a:gradFill>
            <a:gsLst>
              <a:gs pos="0">
                <a:schemeClr val="accent1"/>
              </a:gs>
              <a:gs pos="75000">
                <a:schemeClr val="accent1">
                  <a:alpha val="0"/>
                </a:schemeClr>
              </a:gs>
              <a:gs pos="94000">
                <a:schemeClr val="accent1"/>
              </a:gs>
              <a:gs pos="25000">
                <a:schemeClr val="accent1">
                  <a:alpha val="0"/>
                </a:schemeClr>
              </a:gs>
            </a:gsLst>
            <a:lin ang="0" scaled="0"/>
          </a:gradFill>
          <a:ln w="19050">
            <a:gradFill>
              <a:gsLst>
                <a:gs pos="0">
                  <a:schemeClr val="accent6"/>
                </a:gs>
                <a:gs pos="100000">
                  <a:schemeClr val="accent1"/>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cs typeface="Inter" panose="02000503000000020004" charset="0"/>
            </a:endParaRPr>
          </a:p>
        </p:txBody>
      </p:sp>
      <p:sp>
        <p:nvSpPr>
          <p:cNvPr id="23" name="文本框 22"/>
          <p:cNvSpPr txBox="1"/>
          <p:nvPr>
            <p:custDataLst>
              <p:tags r:id="rId5"/>
            </p:custDataLst>
          </p:nvPr>
        </p:nvSpPr>
        <p:spPr>
          <a:xfrm>
            <a:off x="4476750" y="4907598"/>
            <a:ext cx="3238500" cy="398780"/>
          </a:xfrm>
          <a:prstGeom prst="rect">
            <a:avLst/>
          </a:prstGeom>
          <a:noFill/>
        </p:spPr>
        <p:txBody>
          <a:bodyPr wrap="square" rtlCol="0">
            <a:spAutoFit/>
          </a:bodyPr>
          <a:p>
            <a:pPr algn="ctr"/>
            <a:r>
              <a:rPr lang="en-US" altLang="zh-CN" sz="2000" dirty="0">
                <a:solidFill>
                  <a:schemeClr val="lt2"/>
                </a:solidFill>
                <a:latin typeface="Inter Black" panose="02000503000000020004" charset="0"/>
                <a:ea typeface="Inter Black" panose="02000503000000020004" charset="0"/>
                <a:cs typeface="Inter" panose="02000503000000020004" charset="0"/>
              </a:rPr>
              <a:t>By T.M.Samhitha</a:t>
            </a:r>
            <a:endParaRPr lang="en-US" altLang="zh-CN" sz="2000" dirty="0">
              <a:solidFill>
                <a:schemeClr val="lt2"/>
              </a:solidFill>
              <a:latin typeface="Inter Black" panose="02000503000000020004" charset="0"/>
              <a:ea typeface="Inter Black" panose="02000503000000020004" charset="0"/>
              <a:cs typeface="Inter" panose="02000503000000020004" charset="0"/>
            </a:endParaRPr>
          </a:p>
        </p:txBody>
      </p:sp>
      <p:sp>
        <p:nvSpPr>
          <p:cNvPr id="41" name="任意多边形: 形状 138"/>
          <p:cNvSpPr/>
          <p:nvPr>
            <p:custDataLst>
              <p:tags r:id="rId6"/>
            </p:custDataLst>
          </p:nvPr>
        </p:nvSpPr>
        <p:spPr>
          <a:xfrm>
            <a:off x="308610" y="503873"/>
            <a:ext cx="11576685" cy="585025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cs typeface="Inter" panose="02000503000000020004" charset="0"/>
            </a:endParaRPr>
          </a:p>
        </p:txBody>
      </p:sp>
      <p:grpSp>
        <p:nvGrpSpPr>
          <p:cNvPr id="12" name="组合 11"/>
          <p:cNvGrpSpPr/>
          <p:nvPr/>
        </p:nvGrpSpPr>
        <p:grpSpPr>
          <a:xfrm>
            <a:off x="719455" y="680720"/>
            <a:ext cx="2407920" cy="501650"/>
            <a:chOff x="1133" y="1072"/>
            <a:chExt cx="3792" cy="910"/>
          </a:xfrm>
        </p:grpSpPr>
        <p:sp>
          <p:nvSpPr>
            <p:cNvPr id="16" name="平行四边形 15"/>
            <p:cNvSpPr/>
            <p:nvPr>
              <p:custDataLst>
                <p:tags r:id="rId7"/>
              </p:custDataLst>
            </p:nvPr>
          </p:nvSpPr>
          <p:spPr>
            <a:xfrm>
              <a:off x="1403" y="1216"/>
              <a:ext cx="3361" cy="640"/>
            </a:xfrm>
            <a:prstGeom prst="parallelogram">
              <a:avLst>
                <a:gd name="adj" fmla="val 82143"/>
              </a:avLst>
            </a:prstGeom>
            <a:gradFill>
              <a:gsLst>
                <a:gs pos="0">
                  <a:srgbClr val="4675FC"/>
                </a:gs>
                <a:gs pos="100000">
                  <a:srgbClr val="4675FC">
                    <a:alpha val="0"/>
                  </a:srgbClr>
                </a:gs>
              </a:gsLst>
              <a:lin ang="18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2" name="平行四边形 1"/>
            <p:cNvSpPr/>
            <p:nvPr>
              <p:custDataLst>
                <p:tags r:id="rId8"/>
              </p:custDataLst>
            </p:nvPr>
          </p:nvSpPr>
          <p:spPr>
            <a:xfrm>
              <a:off x="1133" y="1072"/>
              <a:ext cx="3792" cy="910"/>
            </a:xfrm>
            <a:prstGeom prst="parallelogram">
              <a:avLst>
                <a:gd name="adj" fmla="val 82143"/>
              </a:avLst>
            </a:prstGeom>
            <a:noFill/>
            <a:ln w="12700">
              <a:gradFill flip="none" rotWithShape="1">
                <a:gsLst>
                  <a:gs pos="36000">
                    <a:schemeClr val="accent1"/>
                  </a:gs>
                  <a:gs pos="75000">
                    <a:schemeClr val="accent1">
                      <a:alpha val="0"/>
                    </a:schemeClr>
                  </a:gs>
                </a:gsLst>
                <a:lin ang="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3" name="文本框 2"/>
          <p:cNvSpPr txBox="1"/>
          <p:nvPr>
            <p:custDataLst>
              <p:tags r:id="rId9"/>
            </p:custDataLst>
          </p:nvPr>
        </p:nvSpPr>
        <p:spPr>
          <a:xfrm>
            <a:off x="1214755" y="814070"/>
            <a:ext cx="1264920" cy="245110"/>
          </a:xfrm>
          <a:prstGeom prst="rect">
            <a:avLst/>
          </a:prstGeom>
          <a:noFill/>
        </p:spPr>
        <p:txBody>
          <a:bodyPr wrap="square" rtlCol="0">
            <a:spAutoFit/>
          </a:bodyPr>
          <a:p>
            <a:pPr algn="l"/>
            <a:r>
              <a:rPr lang="en-US" altLang="zh-CN" sz="1000" dirty="0">
                <a:solidFill>
                  <a:schemeClr val="lt1"/>
                </a:solidFill>
                <a:latin typeface="Inter Black" panose="02000503000000020004" charset="0"/>
                <a:ea typeface="Inter Black" panose="02000503000000020004" charset="0"/>
                <a:cs typeface="Inter" panose="02000503000000020004" charset="0"/>
              </a:rPr>
              <a:t>YOUR LOGO</a:t>
            </a:r>
            <a:endParaRPr lang="en-US" altLang="zh-CN" sz="1000" dirty="0">
              <a:solidFill>
                <a:schemeClr val="lt1"/>
              </a:solidFill>
              <a:latin typeface="Inter Black" panose="02000503000000020004" charset="0"/>
              <a:ea typeface="Inter Black" panose="02000503000000020004" charset="0"/>
              <a:cs typeface="Inter" panose="02000503000000020004" charset="0"/>
            </a:endParaRPr>
          </a:p>
        </p:txBody>
      </p:sp>
      <p:sp>
        <p:nvSpPr>
          <p:cNvPr id="5" name="任意多边形: 形状 21"/>
          <p:cNvSpPr/>
          <p:nvPr>
            <p:custDataLst>
              <p:tags r:id="rId10"/>
            </p:custDataLst>
          </p:nvPr>
        </p:nvSpPr>
        <p:spPr>
          <a:xfrm rot="16200000" flipV="1">
            <a:off x="-2199640"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0" name="组合 29"/>
          <p:cNvGrpSpPr/>
          <p:nvPr/>
        </p:nvGrpSpPr>
        <p:grpSpPr>
          <a:xfrm>
            <a:off x="317818" y="176530"/>
            <a:ext cx="11556365" cy="135890"/>
            <a:chOff x="625" y="278"/>
            <a:chExt cx="18199" cy="214"/>
          </a:xfrm>
        </p:grpSpPr>
        <p:sp>
          <p:nvSpPr>
            <p:cNvPr id="24" name="任意多边形: 形状 21"/>
            <p:cNvSpPr/>
            <p:nvPr>
              <p:custDataLst>
                <p:tags r:id="rId11"/>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9" name="直接连接符 8"/>
            <p:cNvCxnSpPr/>
            <p:nvPr>
              <p:custDataLst>
                <p:tags r:id="rId12"/>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3"/>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6200000">
            <a:off x="11279505" y="749082"/>
            <a:ext cx="252730" cy="375920"/>
            <a:chOff x="17336" y="1136"/>
            <a:chExt cx="466" cy="911"/>
          </a:xfrm>
          <a:solidFill>
            <a:srgbClr val="2CF5FC"/>
          </a:solidFill>
        </p:grpSpPr>
        <p:sp>
          <p:nvSpPr>
            <p:cNvPr id="14" name="矩形 13"/>
            <p:cNvSpPr/>
            <p:nvPr>
              <p:custDataLst>
                <p:tags r:id="rId14"/>
              </p:custDataLst>
            </p:nvPr>
          </p:nvSpPr>
          <p:spPr>
            <a:xfrm>
              <a:off x="17448" y="1136"/>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0" name="矩形 39"/>
            <p:cNvSpPr/>
            <p:nvPr>
              <p:custDataLst>
                <p:tags r:id="rId15"/>
              </p:custDataLst>
            </p:nvPr>
          </p:nvSpPr>
          <p:spPr>
            <a:xfrm>
              <a:off x="17448" y="1532"/>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2" name="矩形 41"/>
            <p:cNvSpPr/>
            <p:nvPr>
              <p:custDataLst>
                <p:tags r:id="rId16"/>
              </p:custDataLst>
            </p:nvPr>
          </p:nvSpPr>
          <p:spPr>
            <a:xfrm>
              <a:off x="17336" y="1334"/>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3" name="矩形 42"/>
            <p:cNvSpPr/>
            <p:nvPr>
              <p:custDataLst>
                <p:tags r:id="rId17"/>
              </p:custDataLst>
            </p:nvPr>
          </p:nvSpPr>
          <p:spPr>
            <a:xfrm>
              <a:off x="17336" y="1729"/>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4" name="矩形 43"/>
            <p:cNvSpPr/>
            <p:nvPr>
              <p:custDataLst>
                <p:tags r:id="rId18"/>
              </p:custDataLst>
            </p:nvPr>
          </p:nvSpPr>
          <p:spPr>
            <a:xfrm>
              <a:off x="17448" y="1927"/>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grpSp>
      <p:sp>
        <p:nvSpPr>
          <p:cNvPr id="29" name="矩形 28"/>
          <p:cNvSpPr/>
          <p:nvPr>
            <p:custDataLst>
              <p:tags r:id="rId19"/>
            </p:custDataLst>
          </p:nvPr>
        </p:nvSpPr>
        <p:spPr>
          <a:xfrm>
            <a:off x="760730" y="5462270"/>
            <a:ext cx="187960" cy="4394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1" name="组合 30"/>
          <p:cNvGrpSpPr/>
          <p:nvPr/>
        </p:nvGrpSpPr>
        <p:grpSpPr>
          <a:xfrm rot="10800000">
            <a:off x="317818" y="6526530"/>
            <a:ext cx="11556365" cy="135890"/>
            <a:chOff x="625" y="278"/>
            <a:chExt cx="18199" cy="214"/>
          </a:xfrm>
        </p:grpSpPr>
        <p:sp>
          <p:nvSpPr>
            <p:cNvPr id="32" name="任意多边形: 形状 21"/>
            <p:cNvSpPr/>
            <p:nvPr>
              <p:custDataLst>
                <p:tags r:id="rId20"/>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34" name="直接连接符 33"/>
            <p:cNvCxnSpPr/>
            <p:nvPr>
              <p:custDataLst>
                <p:tags r:id="rId21"/>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22"/>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21"/>
          <p:cNvSpPr/>
          <p:nvPr>
            <p:custDataLst>
              <p:tags r:id="rId23"/>
            </p:custDataLst>
          </p:nvPr>
        </p:nvSpPr>
        <p:spPr>
          <a:xfrm rot="5400000" flipH="1" flipV="1">
            <a:off x="9685655"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55" name="半闭框 54"/>
          <p:cNvSpPr/>
          <p:nvPr/>
        </p:nvSpPr>
        <p:spPr>
          <a:xfrm rot="10800000" flipH="1" flipV="1">
            <a:off x="4577154" y="47769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7279714" y="509956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46" name="矩形 45"/>
          <p:cNvSpPr/>
          <p:nvPr>
            <p:custDataLst>
              <p:tags r:id="rId24"/>
            </p:custDataLst>
          </p:nvPr>
        </p:nvSpPr>
        <p:spPr>
          <a:xfrm>
            <a:off x="890905" y="5485765"/>
            <a:ext cx="187960" cy="19939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7" name="矩形 46"/>
          <p:cNvSpPr/>
          <p:nvPr>
            <p:custDataLst>
              <p:tags r:id="rId25"/>
            </p:custDataLst>
          </p:nvPr>
        </p:nvSpPr>
        <p:spPr>
          <a:xfrm>
            <a:off x="11586845" y="5439410"/>
            <a:ext cx="76200" cy="4394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8" name="矩形 47"/>
          <p:cNvSpPr/>
          <p:nvPr>
            <p:custDataLst>
              <p:tags r:id="rId26"/>
            </p:custDataLst>
          </p:nvPr>
        </p:nvSpPr>
        <p:spPr>
          <a:xfrm flipH="1">
            <a:off x="11461750" y="5718175"/>
            <a:ext cx="150495" cy="1606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9" name="矩形 48"/>
          <p:cNvSpPr/>
          <p:nvPr>
            <p:custDataLst>
              <p:tags r:id="rId27"/>
            </p:custDataLst>
          </p:nvPr>
        </p:nvSpPr>
        <p:spPr>
          <a:xfrm flipH="1">
            <a:off x="11430635" y="5520690"/>
            <a:ext cx="85725" cy="914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Tree>
    <p:custDataLst>
      <p:tags r:id="rId28"/>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46" name="图片 45" descr="VCG211280058674"/>
          <p:cNvPicPr>
            <a:picLocks noChangeAspect="1"/>
          </p:cNvPicPr>
          <p:nvPr/>
        </p:nvPicPr>
        <p:blipFill>
          <a:blip r:embed="rId1">
            <a:alphaModFix amt="10000"/>
          </a:blip>
          <a:stretch>
            <a:fillRect/>
          </a:stretch>
        </p:blipFill>
        <p:spPr>
          <a:xfrm rot="10800000">
            <a:off x="0" y="0"/>
            <a:ext cx="12192635" cy="6858000"/>
          </a:xfrm>
          <a:prstGeom prst="rect">
            <a:avLst/>
          </a:prstGeom>
        </p:spPr>
      </p:pic>
      <p:sp>
        <p:nvSpPr>
          <p:cNvPr id="3" name="任意多边形: 形状 14"/>
          <p:cNvSpPr/>
          <p:nvPr>
            <p:custDataLst>
              <p:tags r:id="rId2"/>
            </p:custDataLst>
          </p:nvPr>
        </p:nvSpPr>
        <p:spPr>
          <a:xfrm>
            <a:off x="2376796" y="1261981"/>
            <a:ext cx="7438409" cy="110315"/>
          </a:xfrm>
          <a:custGeom>
            <a:avLst/>
            <a:gdLst>
              <a:gd name="connsiteX0" fmla="*/ 0 w 10926501"/>
              <a:gd name="connsiteY0" fmla="*/ 0 h 162045"/>
              <a:gd name="connsiteX1" fmla="*/ 3761772 w 10926501"/>
              <a:gd name="connsiteY1" fmla="*/ 0 h 162045"/>
              <a:gd name="connsiteX2" fmla="*/ 3923817 w 10926501"/>
              <a:gd name="connsiteY2" fmla="*/ 162045 h 162045"/>
              <a:gd name="connsiteX3" fmla="*/ 6979534 w 10926501"/>
              <a:gd name="connsiteY3" fmla="*/ 162045 h 162045"/>
              <a:gd name="connsiteX4" fmla="*/ 7141579 w 10926501"/>
              <a:gd name="connsiteY4" fmla="*/ 0 h 162045"/>
              <a:gd name="connsiteX5" fmla="*/ 10926501 w 10926501"/>
              <a:gd name="connsiteY5" fmla="*/ 0 h 162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6501" h="162045">
                <a:moveTo>
                  <a:pt x="0" y="0"/>
                </a:moveTo>
                <a:lnTo>
                  <a:pt x="3761772" y="0"/>
                </a:lnTo>
                <a:lnTo>
                  <a:pt x="3923817" y="162045"/>
                </a:lnTo>
                <a:lnTo>
                  <a:pt x="6979534" y="162045"/>
                </a:lnTo>
                <a:lnTo>
                  <a:pt x="7141579" y="0"/>
                </a:lnTo>
                <a:lnTo>
                  <a:pt x="10926501" y="0"/>
                </a:lnTo>
              </a:path>
            </a:pathLst>
          </a:custGeom>
          <a:noFill/>
          <a:ln w="19050">
            <a:gradFill>
              <a:gsLst>
                <a:gs pos="0">
                  <a:schemeClr val="accent6">
                    <a:alpha val="0"/>
                  </a:schemeClr>
                </a:gs>
                <a:gs pos="50000">
                  <a:schemeClr val="accent6"/>
                </a:gs>
                <a:gs pos="100000">
                  <a:schemeClr val="accent6">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5" name="组合 4"/>
          <p:cNvGrpSpPr/>
          <p:nvPr/>
        </p:nvGrpSpPr>
        <p:grpSpPr>
          <a:xfrm>
            <a:off x="377825" y="1706880"/>
            <a:ext cx="3560445" cy="1817370"/>
            <a:chOff x="1182" y="2068"/>
            <a:chExt cx="5607" cy="2862"/>
          </a:xfrm>
        </p:grpSpPr>
        <p:sp>
          <p:nvSpPr>
            <p:cNvPr id="8" name="文本框 7"/>
            <p:cNvSpPr txBox="1"/>
            <p:nvPr>
              <p:custDataLst>
                <p:tags r:id="rId3"/>
              </p:custDataLst>
            </p:nvPr>
          </p:nvSpPr>
          <p:spPr>
            <a:xfrm flipH="1">
              <a:off x="2248" y="2068"/>
              <a:ext cx="3927" cy="2082"/>
            </a:xfrm>
            <a:prstGeom prst="rect">
              <a:avLst/>
            </a:prstGeom>
            <a:noFill/>
          </p:spPr>
          <p:txBody>
            <a:bodyPr wrap="square" rtlCol="0">
              <a:spAutoFit/>
            </a:bodyPr>
            <a:p>
              <a:pPr algn="ctr"/>
              <a:r>
                <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rPr>
                <a:t>01</a:t>
              </a:r>
              <a:endPar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endParaRPr>
            </a:p>
          </p:txBody>
        </p:sp>
        <p:grpSp>
          <p:nvGrpSpPr>
            <p:cNvPr id="9" name="组合 8"/>
            <p:cNvGrpSpPr/>
            <p:nvPr/>
          </p:nvGrpSpPr>
          <p:grpSpPr>
            <a:xfrm>
              <a:off x="1182" y="3211"/>
              <a:ext cx="5607" cy="1207"/>
              <a:chOff x="1279" y="3137"/>
              <a:chExt cx="5607" cy="1299"/>
            </a:xfrm>
          </p:grpSpPr>
          <p:sp>
            <p:nvSpPr>
              <p:cNvPr id="64" name="平行四边形 63"/>
              <p:cNvSpPr/>
              <p:nvPr>
                <p:custDataLst>
                  <p:tags r:id="rId4"/>
                </p:custDataLst>
              </p:nvPr>
            </p:nvSpPr>
            <p:spPr>
              <a:xfrm rot="10800000">
                <a:off x="1635" y="3137"/>
                <a:ext cx="5251" cy="1109"/>
              </a:xfrm>
              <a:prstGeom prst="parallelogram">
                <a:avLst>
                  <a:gd name="adj" fmla="val 68862"/>
                </a:avLst>
              </a:prstGeom>
              <a:noFill/>
              <a:ln w="25400">
                <a:gradFill flip="none" rotWithShape="1">
                  <a:gsLst>
                    <a:gs pos="2000">
                      <a:schemeClr val="accent6">
                        <a:alpha val="0"/>
                      </a:schemeClr>
                    </a:gs>
                    <a:gs pos="50000">
                      <a:schemeClr val="accent6"/>
                    </a:gs>
                    <a:gs pos="100000">
                      <a:schemeClr val="accent6">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63" name="平行四边形 62"/>
              <p:cNvSpPr/>
              <p:nvPr>
                <p:custDataLst>
                  <p:tags r:id="rId5"/>
                </p:custDataLst>
              </p:nvPr>
            </p:nvSpPr>
            <p:spPr>
              <a:xfrm rot="10800000">
                <a:off x="1279" y="3310"/>
                <a:ext cx="5242" cy="1126"/>
              </a:xfrm>
              <a:prstGeom prst="parallelogram">
                <a:avLst>
                  <a:gd name="adj" fmla="val 68862"/>
                </a:avLst>
              </a:prstGeom>
              <a:noFill/>
              <a:ln w="25400">
                <a:gradFill>
                  <a:gsLst>
                    <a:gs pos="2000">
                      <a:schemeClr val="accent1">
                        <a:alpha val="0"/>
                      </a:schemeClr>
                    </a:gs>
                    <a:gs pos="50000">
                      <a:schemeClr val="accent1"/>
                    </a:gs>
                    <a:gs pos="100000">
                      <a:schemeClr val="accent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65" name="文本框 64"/>
            <p:cNvSpPr txBox="1"/>
            <p:nvPr/>
          </p:nvSpPr>
          <p:spPr>
            <a:xfrm flipH="1">
              <a:off x="2150" y="3429"/>
              <a:ext cx="3927" cy="1501"/>
            </a:xfrm>
            <a:prstGeom prst="rect">
              <a:avLst/>
            </a:prstGeom>
            <a:noFill/>
          </p:spPr>
          <p:txBody>
            <a:bodyPr wrap="square" rtlCol="0">
              <a:spAutoFit/>
            </a:bodyPr>
            <a:p>
              <a:pPr algn="ctr"/>
              <a:r>
                <a:rPr lang="en-US" altLang="zh-CN" sz="2800" i="1" dirty="0">
                  <a:solidFill>
                    <a:schemeClr val="lt1"/>
                  </a:solidFill>
                  <a:latin typeface="Inter Black" panose="02000503000000020004" charset="0"/>
                  <a:ea typeface="Inter Black" panose="02000503000000020004" charset="0"/>
                  <a:cs typeface="Inter" panose="02000503000000020004" charset="0"/>
                </a:rPr>
                <a:t>Problem statement</a:t>
              </a:r>
              <a:endParaRPr lang="en-US" altLang="zh-CN" sz="2800" i="1" dirty="0">
                <a:solidFill>
                  <a:schemeClr val="lt1"/>
                </a:solidFill>
                <a:latin typeface="Inter Black" panose="02000503000000020004" charset="0"/>
                <a:ea typeface="Inter Black" panose="02000503000000020004" charset="0"/>
                <a:cs typeface="Inter" panose="02000503000000020004" charset="0"/>
              </a:endParaRPr>
            </a:p>
          </p:txBody>
        </p:sp>
      </p:grpSp>
      <p:sp>
        <p:nvSpPr>
          <p:cNvPr id="38" name="文本框 37"/>
          <p:cNvSpPr txBox="1"/>
          <p:nvPr>
            <p:custDataLst>
              <p:tags r:id="rId6"/>
            </p:custDataLst>
          </p:nvPr>
        </p:nvSpPr>
        <p:spPr>
          <a:xfrm>
            <a:off x="4150995" y="493395"/>
            <a:ext cx="3890010" cy="768350"/>
          </a:xfrm>
          <a:prstGeom prst="rect">
            <a:avLst/>
          </a:prstGeom>
          <a:noFill/>
        </p:spPr>
        <p:txBody>
          <a:bodyPr wrap="square" rtlCol="0">
            <a:spAutoFit/>
          </a:bodyPr>
          <a:p>
            <a:pPr algn="ctr">
              <a:buClrTx/>
              <a:buSzTx/>
              <a:buFontTx/>
            </a:pPr>
            <a:r>
              <a:rPr lang="en-US" altLang="zh-CN" sz="4400" i="1">
                <a:solidFill>
                  <a:schemeClr val="lt1"/>
                </a:solidFill>
                <a:latin typeface="Inter Black" panose="02000503000000020004" charset="0"/>
                <a:ea typeface="Inter Black" panose="02000503000000020004" charset="0"/>
                <a:cs typeface="Inter Black" panose="02000503000000020004" charset="0"/>
                <a:sym typeface="+mn-ea"/>
              </a:rPr>
              <a:t>CONTENTS</a:t>
            </a:r>
            <a:endParaRPr lang="en-US" altLang="zh-CN" sz="4400" i="1">
              <a:solidFill>
                <a:schemeClr val="lt1"/>
              </a:solidFill>
              <a:latin typeface="Inter Black" panose="02000503000000020004" charset="0"/>
              <a:ea typeface="Inter Black" panose="02000503000000020004" charset="0"/>
              <a:cs typeface="Inter Black" panose="02000503000000020004" charset="0"/>
              <a:sym typeface="+mn-ea"/>
            </a:endParaRPr>
          </a:p>
        </p:txBody>
      </p:sp>
      <p:sp>
        <p:nvSpPr>
          <p:cNvPr id="11" name="文本框 10"/>
          <p:cNvSpPr txBox="1"/>
          <p:nvPr>
            <p:custDataLst>
              <p:tags r:id="rId7"/>
            </p:custDataLst>
          </p:nvPr>
        </p:nvSpPr>
        <p:spPr>
          <a:xfrm flipH="1">
            <a:off x="4992370" y="1706880"/>
            <a:ext cx="2493645" cy="1322070"/>
          </a:xfrm>
          <a:prstGeom prst="rect">
            <a:avLst/>
          </a:prstGeom>
          <a:noFill/>
        </p:spPr>
        <p:txBody>
          <a:bodyPr wrap="square" rtlCol="0">
            <a:spAutoFit/>
          </a:bodyPr>
          <a:p>
            <a:pPr algn="ctr"/>
            <a:r>
              <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rPr>
              <a:t>02</a:t>
            </a:r>
            <a:endPar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endParaRPr>
          </a:p>
        </p:txBody>
      </p:sp>
      <p:grpSp>
        <p:nvGrpSpPr>
          <p:cNvPr id="12" name="组合 11"/>
          <p:cNvGrpSpPr/>
          <p:nvPr/>
        </p:nvGrpSpPr>
        <p:grpSpPr>
          <a:xfrm rot="0">
            <a:off x="4315460" y="2432685"/>
            <a:ext cx="3560445" cy="766445"/>
            <a:chOff x="1279" y="3137"/>
            <a:chExt cx="5607" cy="1299"/>
          </a:xfrm>
        </p:grpSpPr>
        <p:sp>
          <p:nvSpPr>
            <p:cNvPr id="13" name="平行四边形 12"/>
            <p:cNvSpPr/>
            <p:nvPr>
              <p:custDataLst>
                <p:tags r:id="rId8"/>
              </p:custDataLst>
            </p:nvPr>
          </p:nvSpPr>
          <p:spPr>
            <a:xfrm rot="10800000">
              <a:off x="1635" y="3137"/>
              <a:ext cx="5251" cy="1109"/>
            </a:xfrm>
            <a:prstGeom prst="parallelogram">
              <a:avLst>
                <a:gd name="adj" fmla="val 68862"/>
              </a:avLst>
            </a:prstGeom>
            <a:noFill/>
            <a:ln w="25400">
              <a:gradFill flip="none" rotWithShape="1">
                <a:gsLst>
                  <a:gs pos="2000">
                    <a:schemeClr val="accent6">
                      <a:alpha val="0"/>
                    </a:schemeClr>
                  </a:gs>
                  <a:gs pos="50000">
                    <a:schemeClr val="accent6"/>
                  </a:gs>
                  <a:gs pos="100000">
                    <a:schemeClr val="accent6">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14" name="平行四边形 13"/>
            <p:cNvSpPr/>
            <p:nvPr>
              <p:custDataLst>
                <p:tags r:id="rId9"/>
              </p:custDataLst>
            </p:nvPr>
          </p:nvSpPr>
          <p:spPr>
            <a:xfrm rot="10800000">
              <a:off x="1279" y="3310"/>
              <a:ext cx="5242" cy="1126"/>
            </a:xfrm>
            <a:prstGeom prst="parallelogram">
              <a:avLst>
                <a:gd name="adj" fmla="val 68862"/>
              </a:avLst>
            </a:prstGeom>
            <a:noFill/>
            <a:ln w="25400">
              <a:gradFill>
                <a:gsLst>
                  <a:gs pos="2000">
                    <a:schemeClr val="accent1">
                      <a:alpha val="0"/>
                    </a:schemeClr>
                  </a:gs>
                  <a:gs pos="50000">
                    <a:schemeClr val="accent1"/>
                  </a:gs>
                  <a:gs pos="100000">
                    <a:schemeClr val="accent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15" name="文本框 14"/>
          <p:cNvSpPr txBox="1"/>
          <p:nvPr/>
        </p:nvSpPr>
        <p:spPr>
          <a:xfrm flipH="1">
            <a:off x="4930140" y="2571115"/>
            <a:ext cx="2493645" cy="521970"/>
          </a:xfrm>
          <a:prstGeom prst="rect">
            <a:avLst/>
          </a:prstGeom>
          <a:noFill/>
        </p:spPr>
        <p:txBody>
          <a:bodyPr wrap="square" rtlCol="0">
            <a:spAutoFit/>
          </a:bodyPr>
          <a:p>
            <a:pPr algn="ctr"/>
            <a:r>
              <a:rPr lang="en-US" altLang="zh-CN" sz="2800" i="1">
                <a:solidFill>
                  <a:schemeClr val="bg1"/>
                </a:solidFill>
                <a:latin typeface="Inter Black" panose="02000503000000020004" charset="0"/>
                <a:ea typeface="Inter Black" panose="02000503000000020004" charset="0"/>
                <a:cs typeface="Inter Black" panose="02000503000000020004" charset="0"/>
                <a:sym typeface="+mn-ea"/>
              </a:rPr>
              <a:t>Objectives</a:t>
            </a:r>
            <a:endParaRPr lang="en-US" altLang="zh-CN" sz="2800" i="1">
              <a:solidFill>
                <a:schemeClr val="bg1"/>
              </a:solidFill>
              <a:latin typeface="Inter Black" panose="02000503000000020004" charset="0"/>
              <a:ea typeface="Inter Black" panose="02000503000000020004" charset="0"/>
              <a:cs typeface="Inter Black" panose="02000503000000020004" charset="0"/>
              <a:sym typeface="+mn-ea"/>
            </a:endParaRPr>
          </a:p>
        </p:txBody>
      </p:sp>
      <p:sp>
        <p:nvSpPr>
          <p:cNvPr id="17" name="文本框 16"/>
          <p:cNvSpPr txBox="1"/>
          <p:nvPr>
            <p:custDataLst>
              <p:tags r:id="rId10"/>
            </p:custDataLst>
          </p:nvPr>
        </p:nvSpPr>
        <p:spPr>
          <a:xfrm flipH="1">
            <a:off x="8930005" y="1706880"/>
            <a:ext cx="2493645" cy="1322070"/>
          </a:xfrm>
          <a:prstGeom prst="rect">
            <a:avLst/>
          </a:prstGeom>
          <a:noFill/>
        </p:spPr>
        <p:txBody>
          <a:bodyPr wrap="square" rtlCol="0">
            <a:spAutoFit/>
          </a:bodyPr>
          <a:p>
            <a:pPr algn="ctr"/>
            <a:r>
              <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rPr>
              <a:t>03</a:t>
            </a:r>
            <a:endPar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endParaRPr>
          </a:p>
        </p:txBody>
      </p:sp>
      <p:grpSp>
        <p:nvGrpSpPr>
          <p:cNvPr id="18" name="组合 17"/>
          <p:cNvGrpSpPr/>
          <p:nvPr/>
        </p:nvGrpSpPr>
        <p:grpSpPr>
          <a:xfrm rot="0">
            <a:off x="8253095" y="2432685"/>
            <a:ext cx="3560445" cy="766445"/>
            <a:chOff x="1279" y="3137"/>
            <a:chExt cx="5607" cy="1299"/>
          </a:xfrm>
        </p:grpSpPr>
        <p:sp>
          <p:nvSpPr>
            <p:cNvPr id="19" name="平行四边形 18"/>
            <p:cNvSpPr/>
            <p:nvPr>
              <p:custDataLst>
                <p:tags r:id="rId11"/>
              </p:custDataLst>
            </p:nvPr>
          </p:nvSpPr>
          <p:spPr>
            <a:xfrm rot="10800000">
              <a:off x="1635" y="3137"/>
              <a:ext cx="5251" cy="1109"/>
            </a:xfrm>
            <a:prstGeom prst="parallelogram">
              <a:avLst>
                <a:gd name="adj" fmla="val 68862"/>
              </a:avLst>
            </a:prstGeom>
            <a:noFill/>
            <a:ln w="25400">
              <a:gradFill flip="none" rotWithShape="1">
                <a:gsLst>
                  <a:gs pos="2000">
                    <a:schemeClr val="accent6">
                      <a:alpha val="0"/>
                    </a:schemeClr>
                  </a:gs>
                  <a:gs pos="50000">
                    <a:schemeClr val="accent6"/>
                  </a:gs>
                  <a:gs pos="100000">
                    <a:schemeClr val="accent6">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20" name="平行四边形 19"/>
            <p:cNvSpPr/>
            <p:nvPr>
              <p:custDataLst>
                <p:tags r:id="rId12"/>
              </p:custDataLst>
            </p:nvPr>
          </p:nvSpPr>
          <p:spPr>
            <a:xfrm rot="10800000">
              <a:off x="1279" y="3310"/>
              <a:ext cx="5242" cy="1126"/>
            </a:xfrm>
            <a:prstGeom prst="parallelogram">
              <a:avLst>
                <a:gd name="adj" fmla="val 68862"/>
              </a:avLst>
            </a:prstGeom>
            <a:noFill/>
            <a:ln w="25400">
              <a:gradFill>
                <a:gsLst>
                  <a:gs pos="2000">
                    <a:schemeClr val="accent1">
                      <a:alpha val="0"/>
                    </a:schemeClr>
                  </a:gs>
                  <a:gs pos="50000">
                    <a:schemeClr val="accent1"/>
                  </a:gs>
                  <a:gs pos="100000">
                    <a:schemeClr val="accent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21" name="文本框 20"/>
          <p:cNvSpPr txBox="1"/>
          <p:nvPr/>
        </p:nvSpPr>
        <p:spPr>
          <a:xfrm flipH="1">
            <a:off x="8867775" y="2571115"/>
            <a:ext cx="2493645" cy="521970"/>
          </a:xfrm>
          <a:prstGeom prst="rect">
            <a:avLst/>
          </a:prstGeom>
          <a:noFill/>
        </p:spPr>
        <p:txBody>
          <a:bodyPr wrap="square" rtlCol="0">
            <a:spAutoFit/>
          </a:bodyPr>
          <a:p>
            <a:pPr algn="ctr"/>
            <a:r>
              <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rPr>
              <a:t>Outline</a:t>
            </a:r>
            <a:endPar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endParaRPr>
          </a:p>
        </p:txBody>
      </p:sp>
      <p:sp>
        <p:nvSpPr>
          <p:cNvPr id="23" name="文本框 22"/>
          <p:cNvSpPr txBox="1"/>
          <p:nvPr>
            <p:custDataLst>
              <p:tags r:id="rId13"/>
            </p:custDataLst>
          </p:nvPr>
        </p:nvSpPr>
        <p:spPr>
          <a:xfrm flipH="1">
            <a:off x="1054735" y="3980180"/>
            <a:ext cx="2493645" cy="1322070"/>
          </a:xfrm>
          <a:prstGeom prst="rect">
            <a:avLst/>
          </a:prstGeom>
          <a:noFill/>
        </p:spPr>
        <p:txBody>
          <a:bodyPr wrap="square" rtlCol="0">
            <a:spAutoFit/>
          </a:bodyPr>
          <a:p>
            <a:pPr algn="ctr"/>
            <a:r>
              <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rPr>
              <a:t>04</a:t>
            </a:r>
            <a:endPar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endParaRPr>
          </a:p>
        </p:txBody>
      </p:sp>
      <p:grpSp>
        <p:nvGrpSpPr>
          <p:cNvPr id="24" name="组合 23"/>
          <p:cNvGrpSpPr/>
          <p:nvPr/>
        </p:nvGrpSpPr>
        <p:grpSpPr>
          <a:xfrm rot="0">
            <a:off x="377825" y="4705985"/>
            <a:ext cx="3560445" cy="766445"/>
            <a:chOff x="1279" y="3137"/>
            <a:chExt cx="5607" cy="1299"/>
          </a:xfrm>
        </p:grpSpPr>
        <p:sp>
          <p:nvSpPr>
            <p:cNvPr id="25" name="平行四边形 24"/>
            <p:cNvSpPr/>
            <p:nvPr>
              <p:custDataLst>
                <p:tags r:id="rId14"/>
              </p:custDataLst>
            </p:nvPr>
          </p:nvSpPr>
          <p:spPr>
            <a:xfrm rot="10800000">
              <a:off x="1635" y="3137"/>
              <a:ext cx="5251" cy="1109"/>
            </a:xfrm>
            <a:prstGeom prst="parallelogram">
              <a:avLst>
                <a:gd name="adj" fmla="val 68862"/>
              </a:avLst>
            </a:prstGeom>
            <a:noFill/>
            <a:ln w="25400">
              <a:gradFill flip="none" rotWithShape="1">
                <a:gsLst>
                  <a:gs pos="2000">
                    <a:schemeClr val="accent6">
                      <a:alpha val="0"/>
                    </a:schemeClr>
                  </a:gs>
                  <a:gs pos="50000">
                    <a:schemeClr val="accent6"/>
                  </a:gs>
                  <a:gs pos="100000">
                    <a:schemeClr val="accent6">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26" name="平行四边形 25"/>
            <p:cNvSpPr/>
            <p:nvPr>
              <p:custDataLst>
                <p:tags r:id="rId15"/>
              </p:custDataLst>
            </p:nvPr>
          </p:nvSpPr>
          <p:spPr>
            <a:xfrm rot="10800000">
              <a:off x="1279" y="3310"/>
              <a:ext cx="5242" cy="1126"/>
            </a:xfrm>
            <a:prstGeom prst="parallelogram">
              <a:avLst>
                <a:gd name="adj" fmla="val 68862"/>
              </a:avLst>
            </a:prstGeom>
            <a:noFill/>
            <a:ln w="25400">
              <a:gradFill>
                <a:gsLst>
                  <a:gs pos="2000">
                    <a:schemeClr val="accent1">
                      <a:alpha val="0"/>
                    </a:schemeClr>
                  </a:gs>
                  <a:gs pos="50000">
                    <a:schemeClr val="accent1"/>
                  </a:gs>
                  <a:gs pos="100000">
                    <a:schemeClr val="accent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27" name="文本框 26"/>
          <p:cNvSpPr txBox="1"/>
          <p:nvPr/>
        </p:nvSpPr>
        <p:spPr>
          <a:xfrm flipH="1">
            <a:off x="992505" y="4844415"/>
            <a:ext cx="2493645" cy="521970"/>
          </a:xfrm>
          <a:prstGeom prst="rect">
            <a:avLst/>
          </a:prstGeom>
          <a:noFill/>
        </p:spPr>
        <p:txBody>
          <a:bodyPr wrap="square" rtlCol="0">
            <a:spAutoFit/>
          </a:bodyPr>
          <a:p>
            <a:pPr algn="ctr"/>
            <a:r>
              <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rPr>
              <a:t>Components</a:t>
            </a:r>
            <a:endPar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endParaRPr>
          </a:p>
        </p:txBody>
      </p:sp>
      <p:sp>
        <p:nvSpPr>
          <p:cNvPr id="29" name="文本框 28"/>
          <p:cNvSpPr txBox="1"/>
          <p:nvPr>
            <p:custDataLst>
              <p:tags r:id="rId16"/>
            </p:custDataLst>
          </p:nvPr>
        </p:nvSpPr>
        <p:spPr>
          <a:xfrm flipH="1">
            <a:off x="4992370" y="3980180"/>
            <a:ext cx="2493645" cy="1322070"/>
          </a:xfrm>
          <a:prstGeom prst="rect">
            <a:avLst/>
          </a:prstGeom>
          <a:noFill/>
        </p:spPr>
        <p:txBody>
          <a:bodyPr wrap="square" rtlCol="0">
            <a:spAutoFit/>
          </a:bodyPr>
          <a:p>
            <a:pPr algn="ctr"/>
            <a:r>
              <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rPr>
              <a:t>05</a:t>
            </a:r>
            <a:endPar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endParaRPr>
          </a:p>
        </p:txBody>
      </p:sp>
      <p:grpSp>
        <p:nvGrpSpPr>
          <p:cNvPr id="30" name="组合 29"/>
          <p:cNvGrpSpPr/>
          <p:nvPr/>
        </p:nvGrpSpPr>
        <p:grpSpPr>
          <a:xfrm rot="0">
            <a:off x="4315460" y="4705985"/>
            <a:ext cx="3560445" cy="766445"/>
            <a:chOff x="1279" y="3137"/>
            <a:chExt cx="5607" cy="1299"/>
          </a:xfrm>
        </p:grpSpPr>
        <p:sp>
          <p:nvSpPr>
            <p:cNvPr id="31" name="平行四边形 30"/>
            <p:cNvSpPr/>
            <p:nvPr>
              <p:custDataLst>
                <p:tags r:id="rId17"/>
              </p:custDataLst>
            </p:nvPr>
          </p:nvSpPr>
          <p:spPr>
            <a:xfrm rot="10800000">
              <a:off x="1635" y="3137"/>
              <a:ext cx="5251" cy="1109"/>
            </a:xfrm>
            <a:prstGeom prst="parallelogram">
              <a:avLst>
                <a:gd name="adj" fmla="val 68862"/>
              </a:avLst>
            </a:prstGeom>
            <a:noFill/>
            <a:ln w="25400">
              <a:gradFill flip="none" rotWithShape="1">
                <a:gsLst>
                  <a:gs pos="2000">
                    <a:schemeClr val="accent6">
                      <a:alpha val="0"/>
                    </a:schemeClr>
                  </a:gs>
                  <a:gs pos="50000">
                    <a:schemeClr val="accent6"/>
                  </a:gs>
                  <a:gs pos="100000">
                    <a:schemeClr val="accent6">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32" name="平行四边形 31"/>
            <p:cNvSpPr/>
            <p:nvPr>
              <p:custDataLst>
                <p:tags r:id="rId18"/>
              </p:custDataLst>
            </p:nvPr>
          </p:nvSpPr>
          <p:spPr>
            <a:xfrm rot="10800000">
              <a:off x="1279" y="3310"/>
              <a:ext cx="5242" cy="1126"/>
            </a:xfrm>
            <a:prstGeom prst="parallelogram">
              <a:avLst>
                <a:gd name="adj" fmla="val 68862"/>
              </a:avLst>
            </a:prstGeom>
            <a:noFill/>
            <a:ln w="25400">
              <a:gradFill>
                <a:gsLst>
                  <a:gs pos="2000">
                    <a:schemeClr val="accent1">
                      <a:alpha val="0"/>
                    </a:schemeClr>
                  </a:gs>
                  <a:gs pos="50000">
                    <a:schemeClr val="accent1"/>
                  </a:gs>
                  <a:gs pos="100000">
                    <a:schemeClr val="accent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33" name="文本框 32"/>
          <p:cNvSpPr txBox="1"/>
          <p:nvPr/>
        </p:nvSpPr>
        <p:spPr>
          <a:xfrm flipH="1">
            <a:off x="4930140" y="4844415"/>
            <a:ext cx="2493645" cy="953135"/>
          </a:xfrm>
          <a:prstGeom prst="rect">
            <a:avLst/>
          </a:prstGeom>
          <a:noFill/>
        </p:spPr>
        <p:txBody>
          <a:bodyPr wrap="square" rtlCol="0">
            <a:spAutoFit/>
          </a:bodyPr>
          <a:p>
            <a:pPr algn="ctr"/>
            <a:r>
              <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rPr>
              <a:t>Significance in future</a:t>
            </a:r>
            <a:endPar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endParaRPr>
          </a:p>
        </p:txBody>
      </p:sp>
      <p:sp>
        <p:nvSpPr>
          <p:cNvPr id="35" name="文本框 34"/>
          <p:cNvSpPr txBox="1"/>
          <p:nvPr>
            <p:custDataLst>
              <p:tags r:id="rId19"/>
            </p:custDataLst>
          </p:nvPr>
        </p:nvSpPr>
        <p:spPr>
          <a:xfrm flipH="1">
            <a:off x="8930005" y="3980180"/>
            <a:ext cx="2493645" cy="1322070"/>
          </a:xfrm>
          <a:prstGeom prst="rect">
            <a:avLst/>
          </a:prstGeom>
          <a:noFill/>
        </p:spPr>
        <p:txBody>
          <a:bodyPr wrap="square" rtlCol="0">
            <a:spAutoFit/>
          </a:bodyPr>
          <a:p>
            <a:pPr algn="ctr"/>
            <a:r>
              <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rPr>
              <a:t>06</a:t>
            </a:r>
            <a:endPar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endParaRPr>
          </a:p>
        </p:txBody>
      </p:sp>
      <p:grpSp>
        <p:nvGrpSpPr>
          <p:cNvPr id="36" name="组合 35"/>
          <p:cNvGrpSpPr/>
          <p:nvPr/>
        </p:nvGrpSpPr>
        <p:grpSpPr>
          <a:xfrm rot="0">
            <a:off x="8253095" y="4705985"/>
            <a:ext cx="3560445" cy="766445"/>
            <a:chOff x="1279" y="3137"/>
            <a:chExt cx="5607" cy="1299"/>
          </a:xfrm>
        </p:grpSpPr>
        <p:sp>
          <p:nvSpPr>
            <p:cNvPr id="37" name="平行四边形 36"/>
            <p:cNvSpPr/>
            <p:nvPr>
              <p:custDataLst>
                <p:tags r:id="rId20"/>
              </p:custDataLst>
            </p:nvPr>
          </p:nvSpPr>
          <p:spPr>
            <a:xfrm rot="10800000">
              <a:off x="1635" y="3137"/>
              <a:ext cx="5251" cy="1109"/>
            </a:xfrm>
            <a:prstGeom prst="parallelogram">
              <a:avLst>
                <a:gd name="adj" fmla="val 68862"/>
              </a:avLst>
            </a:prstGeom>
            <a:noFill/>
            <a:ln w="25400">
              <a:gradFill flip="none" rotWithShape="1">
                <a:gsLst>
                  <a:gs pos="2000">
                    <a:schemeClr val="accent6">
                      <a:alpha val="0"/>
                    </a:schemeClr>
                  </a:gs>
                  <a:gs pos="50000">
                    <a:schemeClr val="accent6"/>
                  </a:gs>
                  <a:gs pos="100000">
                    <a:schemeClr val="accent6">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39" name="平行四边形 38"/>
            <p:cNvSpPr/>
            <p:nvPr>
              <p:custDataLst>
                <p:tags r:id="rId21"/>
              </p:custDataLst>
            </p:nvPr>
          </p:nvSpPr>
          <p:spPr>
            <a:xfrm rot="10800000">
              <a:off x="1279" y="3310"/>
              <a:ext cx="5242" cy="1126"/>
            </a:xfrm>
            <a:prstGeom prst="parallelogram">
              <a:avLst>
                <a:gd name="adj" fmla="val 68862"/>
              </a:avLst>
            </a:prstGeom>
            <a:noFill/>
            <a:ln w="25400">
              <a:gradFill>
                <a:gsLst>
                  <a:gs pos="2000">
                    <a:schemeClr val="accent1">
                      <a:alpha val="0"/>
                    </a:schemeClr>
                  </a:gs>
                  <a:gs pos="50000">
                    <a:schemeClr val="accent1"/>
                  </a:gs>
                  <a:gs pos="100000">
                    <a:schemeClr val="accent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40" name="文本框 39"/>
          <p:cNvSpPr txBox="1"/>
          <p:nvPr/>
        </p:nvSpPr>
        <p:spPr>
          <a:xfrm flipH="1">
            <a:off x="8867775" y="4844415"/>
            <a:ext cx="2493645" cy="521970"/>
          </a:xfrm>
          <a:prstGeom prst="rect">
            <a:avLst/>
          </a:prstGeom>
          <a:noFill/>
        </p:spPr>
        <p:txBody>
          <a:bodyPr wrap="square" rtlCol="0">
            <a:spAutoFit/>
          </a:bodyPr>
          <a:p>
            <a:pPr algn="ctr"/>
            <a:r>
              <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rPr>
              <a:t>Conclusion</a:t>
            </a:r>
            <a:endPar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endParaRPr>
          </a:p>
        </p:txBody>
      </p:sp>
    </p:spTree>
    <p:custDataLst>
      <p:tags r:id="rId2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5" name="图片 14" descr="VCG2112800586751"/>
          <p:cNvPicPr>
            <a:picLocks noChangeAspect="1"/>
          </p:cNvPicPr>
          <p:nvPr/>
        </p:nvPicPr>
        <p:blipFill>
          <a:blip r:embed="rId1">
            <a:alphaModFix amt="20000"/>
          </a:blip>
          <a:stretch>
            <a:fillRect/>
          </a:stretch>
        </p:blipFill>
        <p:spPr>
          <a:xfrm flipH="1">
            <a:off x="4445" y="0"/>
            <a:ext cx="12183110" cy="6858000"/>
          </a:xfrm>
          <a:prstGeom prst="rect">
            <a:avLst/>
          </a:prstGeom>
        </p:spPr>
      </p:pic>
      <p:sp>
        <p:nvSpPr>
          <p:cNvPr id="55" name="半闭框 54"/>
          <p:cNvSpPr/>
          <p:nvPr/>
        </p:nvSpPr>
        <p:spPr>
          <a:xfrm rot="10800000" flipH="1" flipV="1">
            <a:off x="411554" y="2811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11538024" y="627177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nvGrpSpPr>
          <p:cNvPr id="27" name="组合 26"/>
          <p:cNvGrpSpPr/>
          <p:nvPr/>
        </p:nvGrpSpPr>
        <p:grpSpPr>
          <a:xfrm>
            <a:off x="271145" y="1917700"/>
            <a:ext cx="11705590" cy="4481830"/>
            <a:chOff x="91" y="3020"/>
            <a:chExt cx="18434" cy="7058"/>
          </a:xfrm>
        </p:grpSpPr>
        <p:grpSp>
          <p:nvGrpSpPr>
            <p:cNvPr id="25" name="组合 24"/>
            <p:cNvGrpSpPr/>
            <p:nvPr/>
          </p:nvGrpSpPr>
          <p:grpSpPr>
            <a:xfrm>
              <a:off x="264" y="3395"/>
              <a:ext cx="3779" cy="4010"/>
              <a:chOff x="264" y="3729"/>
              <a:chExt cx="3779" cy="4010"/>
            </a:xfrm>
          </p:grpSpPr>
          <p:cxnSp>
            <p:nvCxnSpPr>
              <p:cNvPr id="16" name="直接连接符 15"/>
              <p:cNvCxnSpPr/>
              <p:nvPr/>
            </p:nvCxnSpPr>
            <p:spPr>
              <a:xfrm flipH="1">
                <a:off x="1271" y="3729"/>
                <a:ext cx="2773" cy="4010"/>
              </a:xfrm>
              <a:prstGeom prst="line">
                <a:avLst/>
              </a:prstGeom>
              <a:ln>
                <a:gradFill>
                  <a:gsLst>
                    <a:gs pos="29000">
                      <a:schemeClr val="accent1"/>
                    </a:gs>
                    <a:gs pos="100000">
                      <a:srgbClr val="0439D9">
                        <a:alpha val="0"/>
                      </a:srgb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64" y="3729"/>
                <a:ext cx="2773" cy="4010"/>
              </a:xfrm>
              <a:prstGeom prst="line">
                <a:avLst/>
              </a:prstGeom>
              <a:ln>
                <a:gradFill>
                  <a:gsLst>
                    <a:gs pos="29000">
                      <a:schemeClr val="accent1"/>
                    </a:gs>
                    <a:gs pos="100000">
                      <a:srgbClr val="0439D9">
                        <a:alpha val="0"/>
                      </a:srgbClr>
                    </a:gs>
                  </a:gsLst>
                  <a:lin ang="0" scaled="1"/>
                </a:gra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14486" y="3395"/>
              <a:ext cx="3779" cy="4010"/>
              <a:chOff x="14486" y="3395"/>
              <a:chExt cx="3779" cy="4010"/>
            </a:xfrm>
          </p:grpSpPr>
          <p:cxnSp>
            <p:nvCxnSpPr>
              <p:cNvPr id="21" name="直接连接符 20"/>
              <p:cNvCxnSpPr/>
              <p:nvPr/>
            </p:nvCxnSpPr>
            <p:spPr>
              <a:xfrm flipH="1">
                <a:off x="15493" y="3395"/>
                <a:ext cx="2773" cy="4010"/>
              </a:xfrm>
              <a:prstGeom prst="line">
                <a:avLst/>
              </a:prstGeom>
              <a:ln>
                <a:gradFill>
                  <a:gsLst>
                    <a:gs pos="29000">
                      <a:schemeClr val="accent6"/>
                    </a:gs>
                    <a:gs pos="100000">
                      <a:schemeClr val="accent6">
                        <a:alpha val="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14486" y="3395"/>
                <a:ext cx="2773" cy="4010"/>
              </a:xfrm>
              <a:prstGeom prst="line">
                <a:avLst/>
              </a:prstGeom>
              <a:ln>
                <a:gradFill>
                  <a:gsLst>
                    <a:gs pos="29000">
                      <a:schemeClr val="accent6"/>
                    </a:gs>
                    <a:gs pos="100000">
                      <a:schemeClr val="accent6">
                        <a:alpha val="0"/>
                      </a:schemeClr>
                    </a:gs>
                  </a:gsLst>
                  <a:lin ang="0" scaled="1"/>
                </a:gra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91" y="3020"/>
              <a:ext cx="18434" cy="7058"/>
              <a:chOff x="91" y="3139"/>
              <a:chExt cx="18434" cy="7058"/>
            </a:xfrm>
          </p:grpSpPr>
          <p:grpSp>
            <p:nvGrpSpPr>
              <p:cNvPr id="4" name="组合 3"/>
              <p:cNvGrpSpPr/>
              <p:nvPr/>
            </p:nvGrpSpPr>
            <p:grpSpPr>
              <a:xfrm>
                <a:off x="1999" y="3283"/>
                <a:ext cx="14378" cy="4472"/>
                <a:chOff x="3417" y="3934"/>
                <a:chExt cx="11388" cy="3542"/>
              </a:xfrm>
            </p:grpSpPr>
            <p:sp>
              <p:nvSpPr>
                <p:cNvPr id="64" name="平行四边形 63"/>
                <p:cNvSpPr/>
                <p:nvPr>
                  <p:custDataLst>
                    <p:tags r:id="rId2"/>
                  </p:custDataLst>
                </p:nvPr>
              </p:nvSpPr>
              <p:spPr>
                <a:xfrm rot="10800000">
                  <a:off x="4267" y="3934"/>
                  <a:ext cx="10538" cy="3119"/>
                </a:xfrm>
                <a:prstGeom prst="parallelogram">
                  <a:avLst>
                    <a:gd name="adj" fmla="val 68862"/>
                  </a:avLst>
                </a:prstGeom>
                <a:solidFill>
                  <a:schemeClr val="accent3">
                    <a:alpha val="15000"/>
                  </a:schemeClr>
                </a:solidFill>
                <a:ln w="38100">
                  <a:gradFill>
                    <a:gsLst>
                      <a:gs pos="2000">
                        <a:schemeClr val="accent6">
                          <a:alpha val="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63" name="平行四边形 62"/>
                <p:cNvSpPr/>
                <p:nvPr>
                  <p:custDataLst>
                    <p:tags r:id="rId3"/>
                  </p:custDataLst>
                </p:nvPr>
              </p:nvSpPr>
              <p:spPr>
                <a:xfrm rot="10800000">
                  <a:off x="3417" y="4357"/>
                  <a:ext cx="10537" cy="3119"/>
                </a:xfrm>
                <a:prstGeom prst="parallelogram">
                  <a:avLst>
                    <a:gd name="adj" fmla="val 68862"/>
                  </a:avLst>
                </a:prstGeom>
                <a:noFill/>
                <a:ln w="41275">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65" name="文本框 64"/>
              <p:cNvSpPr txBox="1"/>
              <p:nvPr/>
            </p:nvSpPr>
            <p:spPr>
              <a:xfrm flipH="1">
                <a:off x="91" y="3139"/>
                <a:ext cx="18434" cy="7058"/>
              </a:xfrm>
              <a:prstGeom prst="rect">
                <a:avLst/>
              </a:prstGeom>
              <a:noFill/>
            </p:spPr>
            <p:txBody>
              <a:bodyPr wrap="square" rtlCol="0">
                <a:noAutofit/>
              </a:bodyPr>
              <a:p>
                <a:pPr algn="ctr"/>
                <a:r>
                  <a:rPr lang="en-US" altLang="zh-CN" sz="4000" i="1" cap="all" dirty="0">
                    <a:solidFill>
                      <a:schemeClr val="bg2"/>
                    </a:solidFill>
                    <a:uFillTx/>
                    <a:latin typeface="Inter Black" panose="02000503000000020004" charset="0"/>
                    <a:ea typeface="Inter Black" panose="02000503000000020004" charset="0"/>
                    <a:cs typeface="Inter" panose="02000503000000020004" charset="0"/>
                  </a:rPr>
                  <a:t>Problem Statement</a:t>
                </a:r>
                <a:endParaRPr lang="en-US" altLang="zh-CN" sz="4000" i="1" cap="all" dirty="0">
                  <a:solidFill>
                    <a:schemeClr val="bg2"/>
                  </a:solidFill>
                  <a:uFillTx/>
                  <a:latin typeface="Inter Black" panose="02000503000000020004" charset="0"/>
                  <a:ea typeface="Inter Black" panose="02000503000000020004" charset="0"/>
                  <a:cs typeface="Inter" panose="02000503000000020004" charset="0"/>
                </a:endParaRPr>
              </a:p>
              <a:p>
                <a:pPr algn="ctr"/>
                <a:endParaRPr lang="en-US" altLang="zh-CN" sz="4000" i="1" cap="all" dirty="0">
                  <a:solidFill>
                    <a:schemeClr val="bg2"/>
                  </a:solidFill>
                  <a:uFillTx/>
                  <a:latin typeface="Inter Black" panose="02000503000000020004" charset="0"/>
                  <a:ea typeface="Inter Black" panose="02000503000000020004" charset="0"/>
                  <a:cs typeface="Inter" panose="02000503000000020004" charset="0"/>
                </a:endParaRPr>
              </a:p>
              <a:p>
                <a:pPr algn="ctr"/>
                <a:r>
                  <a:rPr lang="en-US" altLang="zh-CN" sz="2000" i="1" cap="all" dirty="0">
                    <a:solidFill>
                      <a:srgbClr val="92D050"/>
                    </a:solidFill>
                    <a:uFillTx/>
                    <a:latin typeface="Inter Black" panose="02000503000000020004" charset="0"/>
                    <a:ea typeface="Inter Black" panose="02000503000000020004" charset="0"/>
                    <a:cs typeface="Inter" panose="02000503000000020004" charset="0"/>
                  </a:rPr>
                  <a:t>“The present day has many problems, one of which includes rapidly increasing pollution. the problem only increases as people remain uninformed about the levels of humidity and the threshold markings after which the quality of air is not acceptable, due to which there is no change” </a:t>
                </a:r>
                <a:endParaRPr lang="en-US" altLang="zh-CN" sz="2000" i="1" cap="all" dirty="0">
                  <a:solidFill>
                    <a:srgbClr val="92D050"/>
                  </a:solidFill>
                  <a:uFillTx/>
                  <a:latin typeface="Inter Black" panose="02000503000000020004" charset="0"/>
                  <a:ea typeface="Inter Black" panose="02000503000000020004" charset="0"/>
                  <a:cs typeface="Inter" panose="02000503000000020004" charset="0"/>
                </a:endParaRPr>
              </a:p>
            </p:txBody>
          </p:sp>
          <p:sp>
            <p:nvSpPr>
              <p:cNvPr id="8" name="文本框 7"/>
              <p:cNvSpPr txBox="1"/>
              <p:nvPr>
                <p:custDataLst>
                  <p:tags r:id="rId4"/>
                </p:custDataLst>
              </p:nvPr>
            </p:nvSpPr>
            <p:spPr>
              <a:xfrm flipH="1">
                <a:off x="4929" y="3998"/>
                <a:ext cx="3927" cy="2931"/>
              </a:xfrm>
              <a:prstGeom prst="rect">
                <a:avLst/>
              </a:prstGeom>
              <a:noFill/>
            </p:spPr>
            <p:txBody>
              <a:bodyPr wrap="square" rtlCol="0">
                <a:spAutoFit/>
              </a:bodyPr>
              <a:p>
                <a:pPr algn="ctr"/>
                <a:endParaRPr lang="en-US" altLang="zh-CN" sz="11500" i="1" dirty="0">
                  <a:ln>
                    <a:solidFill>
                      <a:schemeClr val="bg1"/>
                    </a:solidFill>
                  </a:ln>
                  <a:noFill/>
                  <a:latin typeface="Inter Black" panose="02000503000000020004" charset="0"/>
                  <a:ea typeface="Inter Black" panose="02000503000000020004" charset="0"/>
                  <a:cs typeface="Inter" panose="02000503000000020004" charset="0"/>
                </a:endParaRPr>
              </a:p>
            </p:txBody>
          </p:sp>
        </p:grpSp>
      </p:gr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97155" y="305435"/>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PROPOSED SOLUTION</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46" name="TextBox 25"/>
          <p:cNvSpPr txBox="1"/>
          <p:nvPr/>
        </p:nvSpPr>
        <p:spPr>
          <a:xfrm>
            <a:off x="1147445" y="4200525"/>
            <a:ext cx="1972310" cy="506730"/>
          </a:xfrm>
          <a:prstGeom prst="rect">
            <a:avLst/>
          </a:prstGeom>
          <a:noFill/>
          <a:ln cap="flat">
            <a:noFill/>
          </a:ln>
        </p:spPr>
        <p:txBody>
          <a:bodyPr vert="horz" wrap="square" lIns="91440" tIns="45720" rIns="91440" bIns="45720" anchor="t" anchorCtr="0" compatLnSpc="1">
            <a:spAutoFit/>
          </a:bodyPr>
          <a:p>
            <a:pPr algn="ctr">
              <a:lnSpc>
                <a:spcPct val="150000"/>
              </a:lnSpc>
            </a:pPr>
            <a:r>
              <a:rPr dirty="0">
                <a:solidFill>
                  <a:schemeClr val="accent1"/>
                </a:solidFill>
                <a:latin typeface="Inter Black" panose="02000503000000020004" charset="0"/>
                <a:ea typeface="Inter Black" panose="02000503000000020004" charset="0"/>
                <a:cs typeface="Inter Black" panose="02000503000000020004" charset="0"/>
              </a:rPr>
              <a:t> </a:t>
            </a:r>
            <a:endParaRPr dirty="0">
              <a:solidFill>
                <a:schemeClr val="accent1"/>
              </a:solidFill>
              <a:latin typeface="Inter Black" panose="02000503000000020004" charset="0"/>
              <a:ea typeface="Inter Black" panose="02000503000000020004" charset="0"/>
              <a:cs typeface="Inter Black" panose="02000503000000020004" charset="0"/>
            </a:endParaRPr>
          </a:p>
        </p:txBody>
      </p:sp>
      <p:sp>
        <p:nvSpPr>
          <p:cNvPr id="52" name="TextBox 25"/>
          <p:cNvSpPr txBox="1"/>
          <p:nvPr/>
        </p:nvSpPr>
        <p:spPr>
          <a:xfrm>
            <a:off x="3740785" y="4200525"/>
            <a:ext cx="1972310" cy="506730"/>
          </a:xfrm>
          <a:prstGeom prst="rect">
            <a:avLst/>
          </a:prstGeom>
          <a:noFill/>
          <a:ln cap="flat">
            <a:noFill/>
          </a:ln>
        </p:spPr>
        <p:txBody>
          <a:bodyPr vert="horz" wrap="square" lIns="91440" tIns="45720" rIns="91440" bIns="45720" anchor="t" anchorCtr="0" compatLnSpc="1">
            <a:spAutoFit/>
          </a:bodyPr>
          <a:p>
            <a:pPr algn="ctr">
              <a:lnSpc>
                <a:spcPct val="150000"/>
              </a:lnSpc>
            </a:pPr>
            <a:r>
              <a:rPr dirty="0">
                <a:solidFill>
                  <a:schemeClr val="accent1"/>
                </a:solidFill>
                <a:latin typeface="Inter Black" panose="02000503000000020004" charset="0"/>
                <a:ea typeface="Inter Black" panose="02000503000000020004" charset="0"/>
                <a:cs typeface="Inter Black" panose="02000503000000020004" charset="0"/>
                <a:sym typeface="+mn-ea"/>
              </a:rPr>
              <a:t> </a:t>
            </a:r>
            <a:endParaRPr dirty="0">
              <a:solidFill>
                <a:schemeClr val="accent1"/>
              </a:solidFill>
              <a:latin typeface="Inter Black" panose="02000503000000020004" charset="0"/>
              <a:ea typeface="Inter Black" panose="02000503000000020004" charset="0"/>
              <a:cs typeface="Inter Black" panose="02000503000000020004" charset="0"/>
              <a:sym typeface="+mn-ea"/>
            </a:endParaRPr>
          </a:p>
        </p:txBody>
      </p:sp>
      <p:sp>
        <p:nvSpPr>
          <p:cNvPr id="54" name="TextBox 25"/>
          <p:cNvSpPr txBox="1"/>
          <p:nvPr/>
        </p:nvSpPr>
        <p:spPr>
          <a:xfrm>
            <a:off x="1233170" y="1888490"/>
            <a:ext cx="10651490" cy="4876165"/>
          </a:xfrm>
          <a:prstGeom prst="rect">
            <a:avLst/>
          </a:prstGeom>
          <a:noFill/>
          <a:ln cap="flat">
            <a:noFill/>
          </a:ln>
        </p:spPr>
        <p:txBody>
          <a:bodyPr vert="horz" wrap="square" lIns="91440" tIns="45720" rIns="91440" bIns="45720" anchor="t" anchorCtr="0" compatLnSpc="1">
            <a:noAutofit/>
          </a:bodyPr>
          <a:p>
            <a:pPr algn="ctr">
              <a:lnSpc>
                <a:spcPct val="150000"/>
              </a:lnSpc>
            </a:pPr>
            <a:r>
              <a:rPr lang="en-US" sz="2000" dirty="0">
                <a:solidFill>
                  <a:schemeClr val="accent6"/>
                </a:solidFill>
                <a:latin typeface="Inter Black" panose="02000503000000020004" charset="0"/>
                <a:ea typeface="Inter Black" panose="02000503000000020004" charset="0"/>
                <a:cs typeface="Inter Black" panose="02000503000000020004" charset="0"/>
                <a:sym typeface="+mn-ea"/>
              </a:rPr>
              <a:t>“The main solution of this problem would be to keep the public informed about the rising levels of toxins and to keep them informed about which level of pollution is safe and which is not. We need to introduce a system called </a:t>
            </a:r>
            <a:r>
              <a:rPr lang="en-US" sz="2000" dirty="0">
                <a:solidFill>
                  <a:srgbClr val="FF0000"/>
                </a:solidFill>
                <a:latin typeface="Inter Black" panose="02000503000000020004" charset="0"/>
                <a:ea typeface="Inter Black" panose="02000503000000020004" charset="0"/>
                <a:cs typeface="Inter Black" panose="02000503000000020004" charset="0"/>
                <a:sym typeface="+mn-ea"/>
              </a:rPr>
              <a:t>THE AIR QUALITY MANAGEMENT SYSTEM</a:t>
            </a:r>
            <a:r>
              <a:rPr lang="en-US" sz="2000" dirty="0">
                <a:solidFill>
                  <a:schemeClr val="accent6"/>
                </a:solidFill>
                <a:latin typeface="Inter Black" panose="02000503000000020004" charset="0"/>
                <a:ea typeface="Inter Black" panose="02000503000000020004" charset="0"/>
                <a:cs typeface="Inter Black" panose="02000503000000020004" charset="0"/>
                <a:sym typeface="+mn-ea"/>
              </a:rPr>
              <a:t> for this very reason, which measures the humidity and, using various sensors, collects and analyses air quality.”</a:t>
            </a:r>
            <a:r>
              <a:rPr lang="en-US" dirty="0">
                <a:solidFill>
                  <a:schemeClr val="accent6"/>
                </a:solidFill>
                <a:latin typeface="Inter Black" panose="02000503000000020004" charset="0"/>
                <a:ea typeface="Inter Black" panose="02000503000000020004" charset="0"/>
                <a:cs typeface="Inter Black" panose="02000503000000020004" charset="0"/>
                <a:sym typeface="+mn-ea"/>
              </a:rPr>
              <a:t> </a:t>
            </a:r>
            <a:endParaRPr lang="en-US" dirty="0">
              <a:solidFill>
                <a:schemeClr val="accent6"/>
              </a:solidFill>
              <a:latin typeface="Inter Black" panose="02000503000000020004" charset="0"/>
              <a:ea typeface="Inter Black" panose="02000503000000020004" charset="0"/>
              <a:cs typeface="Inter Black" panose="02000503000000020004" charset="0"/>
              <a:sym typeface="+mn-ea"/>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7" name="平行四边形 6"/>
          <p:cNvSpPr/>
          <p:nvPr>
            <p:custDataLst>
              <p:tags r:id="rId3"/>
            </p:custDataLst>
          </p:nvPr>
        </p:nvSpPr>
        <p:spPr>
          <a:xfrm rot="10800000">
            <a:off x="1065213" y="2668905"/>
            <a:ext cx="4799965" cy="2927350"/>
          </a:xfrm>
          <a:prstGeom prst="parallelogram">
            <a:avLst>
              <a:gd name="adj" fmla="val 0"/>
            </a:avLst>
          </a:prstGeom>
          <a:solidFill>
            <a:schemeClr val="accent3">
              <a:alpha val="10000"/>
            </a:schemeClr>
          </a:solidFill>
          <a:ln w="38100">
            <a:gradFill>
              <a:gsLst>
                <a:gs pos="2000">
                  <a:schemeClr val="accent6">
                    <a:alpha val="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OBJECTIVES</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1106" name="Far far away, behind the word mountains, far from the countries Vokalia and Consonantia, there live the blind texts. Separated they live in Bookmarksgrove right at the coast of the Semantics, a large language ocean."/>
          <p:cNvSpPr txBox="1"/>
          <p:nvPr/>
        </p:nvSpPr>
        <p:spPr>
          <a:xfrm>
            <a:off x="1698625" y="2668905"/>
            <a:ext cx="3533140" cy="2606675"/>
          </a:xfrm>
          <a:prstGeom prst="rect">
            <a:avLst/>
          </a:prstGeom>
          <a:ln w="12700">
            <a:miter lim="400000"/>
          </a:ln>
        </p:spPr>
        <p:txBody>
          <a:bodyPr wrap="square" lIns="45719" rIns="45719">
            <a:noAutofit/>
          </a:bodyPr>
          <a:p>
            <a:pPr algn="ctr">
              <a:lnSpc>
                <a:spcPct val="130000"/>
              </a:lnSpc>
              <a:spcBef>
                <a:spcPts val="0"/>
              </a:spcBef>
              <a:spcAft>
                <a:spcPts val="0"/>
              </a:spcAft>
            </a:pPr>
            <a:r>
              <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rPr>
              <a:t>1. Collect air quality data using sensors</a:t>
            </a:r>
            <a:endPar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endParaRPr>
          </a:p>
          <a:p>
            <a:pPr algn="ctr">
              <a:lnSpc>
                <a:spcPct val="130000"/>
              </a:lnSpc>
              <a:spcBef>
                <a:spcPts val="0"/>
              </a:spcBef>
              <a:spcAft>
                <a:spcPts val="0"/>
              </a:spcAft>
            </a:pPr>
            <a:r>
              <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rPr>
              <a:t>      2. Monitor environmental conditions in real time </a:t>
            </a:r>
            <a:endPar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endParaRPr>
          </a:p>
          <a:p>
            <a:pPr algn="ctr">
              <a:lnSpc>
                <a:spcPct val="130000"/>
              </a:lnSpc>
              <a:spcBef>
                <a:spcPts val="0"/>
              </a:spcBef>
              <a:spcAft>
                <a:spcPts val="0"/>
              </a:spcAft>
            </a:pPr>
            <a:r>
              <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rPr>
              <a:t>       3. Display sensor readings on a dashboard</a:t>
            </a:r>
            <a:endPar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endParaRPr>
          </a:p>
          <a:p>
            <a:pPr algn="ctr">
              <a:lnSpc>
                <a:spcPct val="130000"/>
              </a:lnSpc>
              <a:spcBef>
                <a:spcPts val="0"/>
              </a:spcBef>
              <a:spcAft>
                <a:spcPts val="0"/>
              </a:spcAft>
            </a:pPr>
            <a:r>
              <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rPr>
              <a:t>4. Generate alerts for poor air quality</a:t>
            </a:r>
            <a:endPar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endParaRPr>
          </a:p>
          <a:p>
            <a:pPr algn="ctr">
              <a:lnSpc>
                <a:spcPct val="130000"/>
              </a:lnSpc>
              <a:spcBef>
                <a:spcPts val="0"/>
              </a:spcBef>
              <a:spcAft>
                <a:spcPts val="0"/>
              </a:spcAft>
            </a:pPr>
            <a:r>
              <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rPr>
              <a:t>  5. Store and analyze environmental data </a:t>
            </a:r>
            <a:endParaRPr lang="en-US" altLang="en-US" sz="1400" dirty="0">
              <a:solidFill>
                <a:srgbClr val="FFFF00"/>
              </a:solidFill>
              <a:latin typeface="Inter Black" panose="02000503000000020004" charset="0"/>
              <a:ea typeface="Inter Black" panose="02000503000000020004" charset="0"/>
              <a:cs typeface="Inter Black" panose="02000503000000020004" charset="0"/>
              <a:sym typeface="+mn-ea"/>
            </a:endParaRPr>
          </a:p>
        </p:txBody>
      </p:sp>
      <p:pic>
        <p:nvPicPr>
          <p:cNvPr id="25" name="图片 24" descr="VCG41N824002718 [转换]-01"/>
          <p:cNvPicPr>
            <a:picLocks noChangeAspect="1"/>
          </p:cNvPicPr>
          <p:nvPr/>
        </p:nvPicPr>
        <p:blipFill>
          <a:blip r:embed="rId4"/>
          <a:srcRect r="30978"/>
          <a:stretch>
            <a:fillRect/>
          </a:stretch>
        </p:blipFill>
        <p:spPr>
          <a:xfrm>
            <a:off x="6051550" y="1604010"/>
            <a:ext cx="4640580" cy="4150360"/>
          </a:xfrm>
          <a:prstGeom prst="rect">
            <a:avLst/>
          </a:prstGeom>
        </p:spPr>
      </p:pic>
      <p:sp>
        <p:nvSpPr>
          <p:cNvPr id="6" name="平行四边形 5"/>
          <p:cNvSpPr/>
          <p:nvPr>
            <p:custDataLst>
              <p:tags r:id="rId5"/>
            </p:custDataLst>
          </p:nvPr>
        </p:nvSpPr>
        <p:spPr>
          <a:xfrm rot="10800000" flipH="1">
            <a:off x="1795780" y="1785620"/>
            <a:ext cx="3338830" cy="727710"/>
          </a:xfrm>
          <a:prstGeom prst="parallelogram">
            <a:avLst>
              <a:gd name="adj" fmla="val 0"/>
            </a:avLst>
          </a:prstGeom>
          <a:noFill/>
          <a:ln w="41275">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5" name="图片 14" descr="VCG2112800586751"/>
          <p:cNvPicPr>
            <a:picLocks noChangeAspect="1"/>
          </p:cNvPicPr>
          <p:nvPr/>
        </p:nvPicPr>
        <p:blipFill>
          <a:blip r:embed="rId1">
            <a:alphaModFix amt="20000"/>
          </a:blip>
          <a:stretch>
            <a:fillRect/>
          </a:stretch>
        </p:blipFill>
        <p:spPr>
          <a:xfrm flipH="1">
            <a:off x="4445" y="0"/>
            <a:ext cx="12183110" cy="6858000"/>
          </a:xfrm>
          <a:prstGeom prst="rect">
            <a:avLst/>
          </a:prstGeom>
        </p:spPr>
      </p:pic>
      <p:sp>
        <p:nvSpPr>
          <p:cNvPr id="55" name="半闭框 54"/>
          <p:cNvSpPr/>
          <p:nvPr/>
        </p:nvSpPr>
        <p:spPr>
          <a:xfrm rot="10800000" flipH="1" flipV="1">
            <a:off x="411554" y="2811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11538024" y="627177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nvGrpSpPr>
          <p:cNvPr id="27" name="组合 26"/>
          <p:cNvGrpSpPr/>
          <p:nvPr/>
        </p:nvGrpSpPr>
        <p:grpSpPr>
          <a:xfrm>
            <a:off x="381000" y="2009140"/>
            <a:ext cx="11430635" cy="2839720"/>
            <a:chOff x="264" y="3164"/>
            <a:chExt cx="18001" cy="4472"/>
          </a:xfrm>
        </p:grpSpPr>
        <p:grpSp>
          <p:nvGrpSpPr>
            <p:cNvPr id="25" name="组合 24"/>
            <p:cNvGrpSpPr/>
            <p:nvPr/>
          </p:nvGrpSpPr>
          <p:grpSpPr>
            <a:xfrm>
              <a:off x="264" y="3395"/>
              <a:ext cx="3779" cy="4010"/>
              <a:chOff x="264" y="3729"/>
              <a:chExt cx="3779" cy="4010"/>
            </a:xfrm>
          </p:grpSpPr>
          <p:cxnSp>
            <p:nvCxnSpPr>
              <p:cNvPr id="16" name="直接连接符 15"/>
              <p:cNvCxnSpPr/>
              <p:nvPr/>
            </p:nvCxnSpPr>
            <p:spPr>
              <a:xfrm flipH="1">
                <a:off x="1271" y="3729"/>
                <a:ext cx="2773" cy="4010"/>
              </a:xfrm>
              <a:prstGeom prst="line">
                <a:avLst/>
              </a:prstGeom>
              <a:ln>
                <a:gradFill>
                  <a:gsLst>
                    <a:gs pos="29000">
                      <a:schemeClr val="accent1"/>
                    </a:gs>
                    <a:gs pos="100000">
                      <a:srgbClr val="0439D9">
                        <a:alpha val="0"/>
                      </a:srgb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64" y="3729"/>
                <a:ext cx="2773" cy="4010"/>
              </a:xfrm>
              <a:prstGeom prst="line">
                <a:avLst/>
              </a:prstGeom>
              <a:ln>
                <a:gradFill>
                  <a:gsLst>
                    <a:gs pos="29000">
                      <a:schemeClr val="accent1"/>
                    </a:gs>
                    <a:gs pos="100000">
                      <a:srgbClr val="0439D9">
                        <a:alpha val="0"/>
                      </a:srgbClr>
                    </a:gs>
                  </a:gsLst>
                  <a:lin ang="0" scaled="1"/>
                </a:gra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14486" y="3395"/>
              <a:ext cx="3779" cy="4010"/>
              <a:chOff x="14486" y="3395"/>
              <a:chExt cx="3779" cy="4010"/>
            </a:xfrm>
          </p:grpSpPr>
          <p:cxnSp>
            <p:nvCxnSpPr>
              <p:cNvPr id="21" name="直接连接符 20"/>
              <p:cNvCxnSpPr/>
              <p:nvPr/>
            </p:nvCxnSpPr>
            <p:spPr>
              <a:xfrm flipH="1">
                <a:off x="15493" y="3395"/>
                <a:ext cx="2773" cy="4010"/>
              </a:xfrm>
              <a:prstGeom prst="line">
                <a:avLst/>
              </a:prstGeom>
              <a:ln>
                <a:gradFill>
                  <a:gsLst>
                    <a:gs pos="29000">
                      <a:schemeClr val="accent6"/>
                    </a:gs>
                    <a:gs pos="100000">
                      <a:schemeClr val="accent6">
                        <a:alpha val="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14486" y="3395"/>
                <a:ext cx="2773" cy="4010"/>
              </a:xfrm>
              <a:prstGeom prst="line">
                <a:avLst/>
              </a:prstGeom>
              <a:ln>
                <a:gradFill>
                  <a:gsLst>
                    <a:gs pos="29000">
                      <a:schemeClr val="accent6"/>
                    </a:gs>
                    <a:gs pos="100000">
                      <a:schemeClr val="accent6">
                        <a:alpha val="0"/>
                      </a:schemeClr>
                    </a:gs>
                  </a:gsLst>
                  <a:lin ang="0" scaled="1"/>
                </a:gra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1999" y="3164"/>
              <a:ext cx="14636" cy="4472"/>
              <a:chOff x="1999" y="3283"/>
              <a:chExt cx="14636" cy="4472"/>
            </a:xfrm>
          </p:grpSpPr>
          <p:grpSp>
            <p:nvGrpSpPr>
              <p:cNvPr id="4" name="组合 3"/>
              <p:cNvGrpSpPr/>
              <p:nvPr/>
            </p:nvGrpSpPr>
            <p:grpSpPr>
              <a:xfrm>
                <a:off x="1999" y="3283"/>
                <a:ext cx="14378" cy="4472"/>
                <a:chOff x="3417" y="3934"/>
                <a:chExt cx="11388" cy="3542"/>
              </a:xfrm>
            </p:grpSpPr>
            <p:sp>
              <p:nvSpPr>
                <p:cNvPr id="64" name="平行四边形 63"/>
                <p:cNvSpPr/>
                <p:nvPr>
                  <p:custDataLst>
                    <p:tags r:id="rId2"/>
                  </p:custDataLst>
                </p:nvPr>
              </p:nvSpPr>
              <p:spPr>
                <a:xfrm rot="10800000">
                  <a:off x="4267" y="3934"/>
                  <a:ext cx="10538" cy="3119"/>
                </a:xfrm>
                <a:prstGeom prst="parallelogram">
                  <a:avLst>
                    <a:gd name="adj" fmla="val 68862"/>
                  </a:avLst>
                </a:prstGeom>
                <a:solidFill>
                  <a:schemeClr val="accent3">
                    <a:alpha val="15000"/>
                  </a:schemeClr>
                </a:solidFill>
                <a:ln w="38100">
                  <a:gradFill>
                    <a:gsLst>
                      <a:gs pos="2000">
                        <a:schemeClr val="accent6">
                          <a:alpha val="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63" name="平行四边形 62"/>
                <p:cNvSpPr/>
                <p:nvPr>
                  <p:custDataLst>
                    <p:tags r:id="rId3"/>
                  </p:custDataLst>
                </p:nvPr>
              </p:nvSpPr>
              <p:spPr>
                <a:xfrm rot="10800000">
                  <a:off x="3417" y="4357"/>
                  <a:ext cx="10537" cy="3119"/>
                </a:xfrm>
                <a:prstGeom prst="parallelogram">
                  <a:avLst>
                    <a:gd name="adj" fmla="val 68862"/>
                  </a:avLst>
                </a:prstGeom>
                <a:noFill/>
                <a:ln w="41275">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65" name="文本框 64"/>
              <p:cNvSpPr txBox="1"/>
              <p:nvPr/>
            </p:nvSpPr>
            <p:spPr>
              <a:xfrm flipH="1">
                <a:off x="7526" y="4535"/>
                <a:ext cx="6169" cy="1501"/>
              </a:xfrm>
              <a:prstGeom prst="rect">
                <a:avLst/>
              </a:prstGeom>
              <a:noFill/>
            </p:spPr>
            <p:txBody>
              <a:bodyPr wrap="square" rtlCol="0">
                <a:spAutoFit/>
              </a:bodyPr>
              <a:p>
                <a:pPr algn="ctr"/>
                <a:endParaRPr lang="zh-CN" altLang="en-US" sz="5600" i="1" cap="all" dirty="0">
                  <a:solidFill>
                    <a:schemeClr val="bg2"/>
                  </a:solidFill>
                  <a:uFillTx/>
                  <a:latin typeface="Inter Black" panose="02000503000000020004" charset="0"/>
                  <a:ea typeface="Inter Black" panose="02000503000000020004" charset="0"/>
                  <a:cs typeface="Inter" panose="02000503000000020004" charset="0"/>
                </a:endParaRPr>
              </a:p>
            </p:txBody>
          </p:sp>
          <p:sp>
            <p:nvSpPr>
              <p:cNvPr id="8" name="文本框 7"/>
              <p:cNvSpPr txBox="1"/>
              <p:nvPr>
                <p:custDataLst>
                  <p:tags r:id="rId4"/>
                </p:custDataLst>
              </p:nvPr>
            </p:nvSpPr>
            <p:spPr>
              <a:xfrm flipH="1">
                <a:off x="4929" y="3513"/>
                <a:ext cx="11706" cy="3416"/>
              </a:xfrm>
              <a:prstGeom prst="rect">
                <a:avLst/>
              </a:prstGeom>
              <a:noFill/>
            </p:spPr>
            <p:txBody>
              <a:bodyPr wrap="square" rtlCol="0">
                <a:noAutofit/>
              </a:bodyPr>
              <a:p>
                <a:pPr algn="ctr"/>
                <a:endParaRPr lang="en-US" altLang="zh-CN" sz="11500" i="1" dirty="0">
                  <a:ln>
                    <a:solidFill>
                      <a:schemeClr val="bg1"/>
                    </a:solidFill>
                  </a:ln>
                  <a:noFill/>
                  <a:latin typeface="Inter Black" panose="02000503000000020004" charset="0"/>
                  <a:ea typeface="Inter Black" panose="02000503000000020004" charset="0"/>
                  <a:cs typeface="Inter" panose="02000503000000020004" charset="0"/>
                </a:endParaRPr>
              </a:p>
            </p:txBody>
          </p:sp>
          <p:sp>
            <p:nvSpPr>
              <p:cNvPr id="23" name="文本框 22"/>
              <p:cNvSpPr txBox="1"/>
              <p:nvPr>
                <p:custDataLst>
                  <p:tags r:id="rId5"/>
                </p:custDataLst>
              </p:nvPr>
            </p:nvSpPr>
            <p:spPr>
              <a:xfrm>
                <a:off x="2880" y="3284"/>
                <a:ext cx="9835" cy="3938"/>
              </a:xfrm>
              <a:prstGeom prst="rect">
                <a:avLst/>
              </a:prstGeom>
              <a:noFill/>
            </p:spPr>
            <p:txBody>
              <a:bodyPr wrap="square" rtlCol="0" anchor="t">
                <a:noAutofit/>
              </a:bodyPr>
              <a:p>
                <a:pPr algn="ctr"/>
                <a:r>
                  <a:rPr lang="en-US" sz="3200" i="1" cap="all">
                    <a:ln>
                      <a:noFill/>
                    </a:ln>
                    <a:solidFill>
                      <a:schemeClr val="bg2">
                        <a:alpha val="50000"/>
                      </a:schemeClr>
                    </a:solidFill>
                    <a:uFillTx/>
                    <a:latin typeface="Inter Black" panose="02000503000000020004" charset="0"/>
                    <a:ea typeface="Inter Black" panose="02000503000000020004" charset="0"/>
                    <a:cs typeface="Inter Black" panose="02000503000000020004" charset="0"/>
                    <a:sym typeface="+mn-ea"/>
                  </a:rPr>
                  <a:t>OUTLINE</a:t>
                </a:r>
                <a:endParaRPr lang="en-US" sz="3200" i="1" cap="all">
                  <a:ln>
                    <a:noFill/>
                  </a:ln>
                  <a:solidFill>
                    <a:schemeClr val="bg2">
                      <a:alpha val="50000"/>
                    </a:schemeClr>
                  </a:solidFill>
                  <a:uFillTx/>
                  <a:latin typeface="Inter Black" panose="02000503000000020004" charset="0"/>
                  <a:ea typeface="Inter Black" panose="02000503000000020004" charset="0"/>
                  <a:cs typeface="Inter Black" panose="02000503000000020004" charset="0"/>
                  <a:sym typeface="+mn-ea"/>
                </a:endParaRPr>
              </a:p>
              <a:p>
                <a:pPr algn="l"/>
                <a:endParaRPr lang="en-US" sz="1600" i="1" cap="all">
                  <a:ln>
                    <a:noFill/>
                  </a:ln>
                  <a:solidFill>
                    <a:schemeClr val="bg2">
                      <a:alpha val="50000"/>
                    </a:schemeClr>
                  </a:solidFill>
                  <a:uFillTx/>
                  <a:latin typeface="Inter Black" panose="02000503000000020004" charset="0"/>
                  <a:ea typeface="Inter Black" panose="02000503000000020004" charset="0"/>
                  <a:cs typeface="Inter Black" panose="02000503000000020004" charset="0"/>
                  <a:sym typeface="+mn-ea"/>
                </a:endParaRPr>
              </a:p>
              <a:p>
                <a:pPr algn="l"/>
                <a:r>
                  <a:rPr lang="en-US" sz="1600" i="1" cap="all">
                    <a:ln>
                      <a:noFill/>
                    </a:ln>
                    <a:solidFill>
                      <a:srgbClr val="FFC000">
                        <a:alpha val="50000"/>
                      </a:srgbClr>
                    </a:solidFill>
                    <a:uFillTx/>
                    <a:latin typeface="Inter Black" panose="02000503000000020004" charset="0"/>
                    <a:ea typeface="Inter Black" panose="02000503000000020004" charset="0"/>
                    <a:cs typeface="Inter Black" panose="02000503000000020004" charset="0"/>
                    <a:sym typeface="+mn-ea"/>
                  </a:rPr>
                  <a:t>This project has been carefully designed and coded to measure the humidity, and the quality of air. They are measured using sensors, is connected to micro controller, and is displayed on an lcd</a:t>
                </a:r>
                <a:endParaRPr lang="en-US" sz="1600" i="1" cap="all">
                  <a:ln>
                    <a:noFill/>
                  </a:ln>
                  <a:solidFill>
                    <a:srgbClr val="FFC000">
                      <a:alpha val="50000"/>
                    </a:srgbClr>
                  </a:solidFill>
                  <a:uFillTx/>
                  <a:latin typeface="Inter Black" panose="02000503000000020004" charset="0"/>
                  <a:ea typeface="Inter Black" panose="02000503000000020004" charset="0"/>
                  <a:cs typeface="Inter Black" panose="02000503000000020004" charset="0"/>
                  <a:sym typeface="+mn-ea"/>
                </a:endParaRPr>
              </a:p>
            </p:txBody>
          </p:sp>
        </p:grpSp>
      </p:grpSp>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41" name="平行四边形 40"/>
          <p:cNvSpPr/>
          <p:nvPr>
            <p:custDataLst>
              <p:tags r:id="rId2"/>
            </p:custDataLst>
          </p:nvPr>
        </p:nvSpPr>
        <p:spPr>
          <a:xfrm rot="10800000" flipH="1">
            <a:off x="964565" y="1156018"/>
            <a:ext cx="10328275" cy="4986020"/>
          </a:xfrm>
          <a:prstGeom prst="parallelogram">
            <a:avLst>
              <a:gd name="adj" fmla="val 0"/>
            </a:avLst>
          </a:prstGeom>
          <a:solidFill>
            <a:schemeClr val="accent3">
              <a:alpha val="10000"/>
            </a:schemeClr>
          </a:solidFill>
          <a:ln w="41275">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139" name="任意多边形: 形状 138"/>
          <p:cNvSpPr/>
          <p:nvPr>
            <p:custDataLst>
              <p:tags r:id="rId3"/>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COMPONENTS USED</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2" name="组合 1"/>
          <p:cNvGrpSpPr/>
          <p:nvPr/>
        </p:nvGrpSpPr>
        <p:grpSpPr>
          <a:xfrm>
            <a:off x="474663" y="2007236"/>
            <a:ext cx="10934700" cy="3782060"/>
            <a:chOff x="446" y="3387"/>
            <a:chExt cx="17220" cy="5956"/>
          </a:xfrm>
        </p:grpSpPr>
        <p:sp>
          <p:nvSpPr>
            <p:cNvPr id="9" name="矩形 47"/>
            <p:cNvSpPr txBox="1">
              <a:spLocks noChangeArrowheads="1"/>
            </p:cNvSpPr>
            <p:nvPr>
              <p:custDataLst>
                <p:tags r:id="rId4"/>
              </p:custDataLst>
            </p:nvPr>
          </p:nvSpPr>
          <p:spPr bwMode="auto">
            <a:xfrm>
              <a:off x="1655" y="4193"/>
              <a:ext cx="3112" cy="2397"/>
            </a:xfrm>
            <a:prstGeom prst="rect">
              <a:avLst/>
            </a:prstGeom>
            <a:noFill/>
          </p:spPr>
          <p:txBody>
            <a:bodyPr vert="horz" wrap="square" lIns="91440" tIns="45720" rIns="91440" bIns="45720" rtlCol="0" anchor="t" anchorCtr="0" compatLnSpc="0">
              <a:spAutoFit/>
            </a:bodyPr>
            <a:p>
              <a:pPr lvl="0" algn="l">
                <a:lnSpc>
                  <a:spcPct val="150000"/>
                </a:lnSpc>
                <a:spcAft>
                  <a:spcPts val="1000"/>
                </a:spcAft>
                <a:buClrTx/>
                <a:buSzTx/>
                <a:buFontTx/>
                <a:defRPr/>
              </a:pPr>
              <a:r>
                <a:rPr lang="en-US" sz="14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rPr>
                <a:t>The brain of the project that directs and controlls everytrhing</a:t>
              </a:r>
              <a:r>
                <a:rPr lang="en-US" sz="20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rPr>
                <a:t> </a:t>
              </a:r>
              <a:endParaRPr lang="en-US" sz="20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endParaRPr>
            </a:p>
          </p:txBody>
        </p:sp>
        <p:sp>
          <p:nvSpPr>
            <p:cNvPr id="5" name="文本框 4"/>
            <p:cNvSpPr txBox="1"/>
            <p:nvPr>
              <p:custDataLst>
                <p:tags r:id="rId5"/>
              </p:custDataLst>
            </p:nvPr>
          </p:nvSpPr>
          <p:spPr>
            <a:xfrm>
              <a:off x="1501" y="3402"/>
              <a:ext cx="2860" cy="628"/>
            </a:xfrm>
            <a:prstGeom prst="rect">
              <a:avLst/>
            </a:prstGeom>
            <a:noFill/>
          </p:spPr>
          <p:txBody>
            <a:bodyPr wrap="square" rtlCol="0">
              <a:spAutoFit/>
            </a:bodyPr>
            <a:p>
              <a:pPr lvl="0" algn="l">
                <a:buClrTx/>
                <a:buSzTx/>
                <a:buFontTx/>
              </a:pPr>
              <a:r>
                <a:rPr lang="en-US" altLang="zh-CN" sz="2000">
                  <a:solidFill>
                    <a:schemeClr val="accent6"/>
                  </a:solidFill>
                  <a:latin typeface="Inter Black" panose="02000503000000020004" charset="0"/>
                  <a:ea typeface="Inter Black" panose="02000503000000020004" charset="0"/>
                  <a:cs typeface="Inter" panose="02000503000000020004" charset="0"/>
                  <a:sym typeface="+mn-ea"/>
                </a:rPr>
                <a:t>Aurdino UNO</a:t>
              </a:r>
              <a:endParaRPr lang="en-US" altLang="zh-CN" sz="2000">
                <a:solidFill>
                  <a:schemeClr val="accent6"/>
                </a:solidFill>
                <a:latin typeface="Inter Black" panose="02000503000000020004" charset="0"/>
                <a:ea typeface="Inter Black" panose="02000503000000020004" charset="0"/>
                <a:cs typeface="Inter" panose="02000503000000020004" charset="0"/>
                <a:sym typeface="+mn-ea"/>
              </a:endParaRPr>
            </a:p>
          </p:txBody>
        </p:sp>
        <p:cxnSp>
          <p:nvCxnSpPr>
            <p:cNvPr id="6" name="直接连接符 5"/>
            <p:cNvCxnSpPr/>
            <p:nvPr/>
          </p:nvCxnSpPr>
          <p:spPr>
            <a:xfrm flipV="1">
              <a:off x="1671" y="4224"/>
              <a:ext cx="0" cy="378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custDataLst>
                <p:tags r:id="rId6"/>
              </p:custDataLst>
            </p:nvPr>
          </p:nvSpPr>
          <p:spPr>
            <a:xfrm>
              <a:off x="446" y="5782"/>
              <a:ext cx="2860" cy="2567"/>
            </a:xfrm>
            <a:prstGeom prst="rect">
              <a:avLst/>
            </a:prstGeom>
            <a:noFill/>
          </p:spPr>
          <p:txBody>
            <a:bodyPr wrap="square" rtlCol="0">
              <a:spAutoFit/>
            </a:bodyPr>
            <a:p>
              <a:pPr lvl="0" algn="l">
                <a:buClrTx/>
                <a:buSzTx/>
                <a:buFontTx/>
              </a:pPr>
              <a:r>
                <a:rPr lang="en-US" altLang="zh-CN" sz="10000">
                  <a:solidFill>
                    <a:schemeClr val="accent6"/>
                  </a:solidFill>
                  <a:latin typeface="Inter Black" panose="02000503000000020004" charset="0"/>
                  <a:ea typeface="Inter Black" panose="02000503000000020004" charset="0"/>
                  <a:cs typeface="Inter" panose="02000503000000020004" charset="0"/>
                  <a:sym typeface="+mn-ea"/>
                </a:rPr>
                <a:t>1</a:t>
              </a:r>
              <a:endParaRPr lang="en-US" altLang="zh-CN" sz="10000">
                <a:solidFill>
                  <a:schemeClr val="accent6"/>
                </a:solidFill>
                <a:latin typeface="Inter Black" panose="02000503000000020004" charset="0"/>
                <a:ea typeface="Inter Black" panose="02000503000000020004" charset="0"/>
                <a:cs typeface="Inter" panose="02000503000000020004" charset="0"/>
                <a:sym typeface="+mn-ea"/>
              </a:endParaRPr>
            </a:p>
          </p:txBody>
        </p:sp>
        <p:sp>
          <p:nvSpPr>
            <p:cNvPr id="16" name="矩形 47"/>
            <p:cNvSpPr txBox="1">
              <a:spLocks noChangeArrowheads="1"/>
            </p:cNvSpPr>
            <p:nvPr>
              <p:custDataLst>
                <p:tags r:id="rId7"/>
              </p:custDataLst>
            </p:nvPr>
          </p:nvSpPr>
          <p:spPr bwMode="auto">
            <a:xfrm>
              <a:off x="5949" y="4191"/>
              <a:ext cx="3112" cy="2567"/>
            </a:xfrm>
            <a:prstGeom prst="rect">
              <a:avLst/>
            </a:prstGeom>
            <a:noFill/>
          </p:spPr>
          <p:txBody>
            <a:bodyPr vert="horz" wrap="square" lIns="91440" tIns="45720" rIns="91440" bIns="45720" rtlCol="0" anchor="t" anchorCtr="0" compatLnSpc="0">
              <a:noAutofit/>
            </a:bodyPr>
            <a:p>
              <a:pPr lvl="0" algn="l">
                <a:lnSpc>
                  <a:spcPct val="150000"/>
                </a:lnSpc>
                <a:spcAft>
                  <a:spcPts val="1000"/>
                </a:spcAft>
                <a:buClrTx/>
                <a:buSzTx/>
                <a:buFontTx/>
                <a:defRPr/>
              </a:pPr>
              <a:r>
                <a:rPr lang="en-US" altLang="en-US" sz="14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rPr>
                <a:t>Measures environmental temperature and outputs an analog voltage proportional to the temperature</a:t>
              </a:r>
              <a:r>
                <a:rPr lang="en-US" altLang="en-US" sz="20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rPr>
                <a:t>.</a:t>
              </a:r>
              <a:endParaRPr lang="en-US" sz="20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endParaRPr>
            </a:p>
          </p:txBody>
        </p:sp>
        <p:sp>
          <p:nvSpPr>
            <p:cNvPr id="18" name="文本框 17"/>
            <p:cNvSpPr txBox="1"/>
            <p:nvPr>
              <p:custDataLst>
                <p:tags r:id="rId8"/>
              </p:custDataLst>
            </p:nvPr>
          </p:nvSpPr>
          <p:spPr>
            <a:xfrm>
              <a:off x="5795" y="3400"/>
              <a:ext cx="2860" cy="1113"/>
            </a:xfrm>
            <a:prstGeom prst="rect">
              <a:avLst/>
            </a:prstGeom>
            <a:noFill/>
          </p:spPr>
          <p:txBody>
            <a:bodyPr wrap="square" rtlCol="0">
              <a:spAutoFit/>
            </a:bodyPr>
            <a:p>
              <a:pPr lvl="0" algn="l">
                <a:buClrTx/>
                <a:buSzTx/>
                <a:buFontTx/>
              </a:pPr>
              <a:r>
                <a:rPr lang="en-US" altLang="zh-CN" sz="2000">
                  <a:solidFill>
                    <a:schemeClr val="accent1"/>
                  </a:solidFill>
                  <a:latin typeface="Inter Black" panose="02000503000000020004" charset="0"/>
                  <a:ea typeface="Inter Black" panose="02000503000000020004" charset="0"/>
                  <a:cs typeface="Inter" panose="02000503000000020004" charset="0"/>
                  <a:sym typeface="+mn-ea"/>
                </a:rPr>
                <a:t>TMP36 Sensor</a:t>
              </a:r>
              <a:endParaRPr lang="en-US" altLang="zh-CN" sz="2000">
                <a:solidFill>
                  <a:schemeClr val="accent1"/>
                </a:solidFill>
                <a:latin typeface="Inter Black" panose="02000503000000020004" charset="0"/>
                <a:ea typeface="Inter Black" panose="02000503000000020004" charset="0"/>
                <a:cs typeface="Inter" panose="02000503000000020004" charset="0"/>
                <a:sym typeface="+mn-ea"/>
              </a:endParaRPr>
            </a:p>
          </p:txBody>
        </p:sp>
        <p:cxnSp>
          <p:nvCxnSpPr>
            <p:cNvPr id="19" name="直接连接符 18"/>
            <p:cNvCxnSpPr/>
            <p:nvPr/>
          </p:nvCxnSpPr>
          <p:spPr>
            <a:xfrm flipV="1">
              <a:off x="5965" y="4222"/>
              <a:ext cx="0" cy="378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custDataLst>
                <p:tags r:id="rId9"/>
              </p:custDataLst>
            </p:nvPr>
          </p:nvSpPr>
          <p:spPr>
            <a:xfrm>
              <a:off x="3604" y="5990"/>
              <a:ext cx="5140" cy="3353"/>
            </a:xfrm>
            <a:prstGeom prst="rect">
              <a:avLst/>
            </a:prstGeom>
            <a:noFill/>
          </p:spPr>
          <p:txBody>
            <a:bodyPr wrap="square" rtlCol="0">
              <a:noAutofit/>
            </a:bodyPr>
            <a:p>
              <a:pPr lvl="0" algn="l">
                <a:buClrTx/>
                <a:buSzTx/>
                <a:buFontTx/>
              </a:pPr>
              <a:r>
                <a:rPr lang="en-US" altLang="zh-CN" sz="10000">
                  <a:solidFill>
                    <a:schemeClr val="accent1"/>
                  </a:solidFill>
                  <a:latin typeface="Inter Black" panose="02000503000000020004" charset="0"/>
                  <a:ea typeface="Inter Black" panose="02000503000000020004" charset="0"/>
                  <a:cs typeface="Inter" panose="02000503000000020004" charset="0"/>
                  <a:sym typeface="+mn-ea"/>
                </a:rPr>
                <a:t>  2</a:t>
              </a:r>
              <a:endParaRPr lang="en-US" altLang="zh-CN" sz="10000">
                <a:solidFill>
                  <a:schemeClr val="accent1"/>
                </a:solidFill>
                <a:latin typeface="Inter Black" panose="02000503000000020004" charset="0"/>
                <a:ea typeface="Inter Black" panose="02000503000000020004" charset="0"/>
                <a:cs typeface="Inter" panose="02000503000000020004" charset="0"/>
                <a:sym typeface="+mn-ea"/>
              </a:endParaRPr>
            </a:p>
          </p:txBody>
        </p:sp>
        <p:sp>
          <p:nvSpPr>
            <p:cNvPr id="21" name="矩形 47"/>
            <p:cNvSpPr txBox="1">
              <a:spLocks noChangeArrowheads="1"/>
            </p:cNvSpPr>
            <p:nvPr>
              <p:custDataLst>
                <p:tags r:id="rId10"/>
              </p:custDataLst>
            </p:nvPr>
          </p:nvSpPr>
          <p:spPr bwMode="auto">
            <a:xfrm>
              <a:off x="10193" y="4180"/>
              <a:ext cx="3112" cy="2179"/>
            </a:xfrm>
            <a:prstGeom prst="rect">
              <a:avLst/>
            </a:prstGeom>
            <a:noFill/>
          </p:spPr>
          <p:txBody>
            <a:bodyPr vert="horz" wrap="square" lIns="91440" tIns="45720" rIns="91440" bIns="45720" rtlCol="0" anchor="t" anchorCtr="0" compatLnSpc="0">
              <a:spAutoFit/>
            </a:bodyPr>
            <a:p>
              <a:pPr lvl="0" algn="l">
                <a:lnSpc>
                  <a:spcPct val="150000"/>
                </a:lnSpc>
                <a:spcAft>
                  <a:spcPts val="1000"/>
                </a:spcAft>
                <a:buClrTx/>
                <a:buSzTx/>
                <a:buFontTx/>
                <a:defRPr/>
              </a:pPr>
              <a:r>
                <a:rPr lang="en-US" altLang="en-US" sz="14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rPr>
                <a:t>Used to simulate air quality readings by varying the analog input value.</a:t>
              </a:r>
              <a:endParaRPr lang="en-US" altLang="en-US" sz="14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endParaRPr>
            </a:p>
          </p:txBody>
        </p:sp>
        <p:sp>
          <p:nvSpPr>
            <p:cNvPr id="22" name="文本框 21"/>
            <p:cNvSpPr txBox="1"/>
            <p:nvPr>
              <p:custDataLst>
                <p:tags r:id="rId11"/>
              </p:custDataLst>
            </p:nvPr>
          </p:nvSpPr>
          <p:spPr>
            <a:xfrm>
              <a:off x="10039" y="3389"/>
              <a:ext cx="2975" cy="628"/>
            </a:xfrm>
            <a:prstGeom prst="rect">
              <a:avLst/>
            </a:prstGeom>
            <a:noFill/>
          </p:spPr>
          <p:txBody>
            <a:bodyPr wrap="none" bIns="45720" rtlCol="0" anchor="t">
              <a:spAutoFit/>
            </a:bodyPr>
            <a:p>
              <a:pPr lvl="0" algn="l">
                <a:buClrTx/>
                <a:buSzTx/>
                <a:buFontTx/>
              </a:pPr>
              <a:r>
                <a:rPr lang="en-US" altLang="zh-CN" sz="2000" b="1">
                  <a:solidFill>
                    <a:schemeClr val="accent6"/>
                  </a:solidFill>
                  <a:latin typeface="Inter Black" panose="02000503000000020004" charset="0"/>
                  <a:ea typeface="Inter Black" panose="02000503000000020004" charset="0"/>
                  <a:cs typeface="Inter" panose="02000503000000020004" charset="0"/>
                  <a:sym typeface="+mn-ea"/>
                </a:rPr>
                <a:t>Potentiometer</a:t>
              </a:r>
              <a:endParaRPr lang="en-US" altLang="zh-CN" sz="2000" b="1">
                <a:solidFill>
                  <a:schemeClr val="accent6"/>
                </a:solidFill>
                <a:latin typeface="Inter Black" panose="02000503000000020004" charset="0"/>
                <a:ea typeface="Inter Black" panose="02000503000000020004" charset="0"/>
                <a:cs typeface="Inter" panose="02000503000000020004" charset="0"/>
                <a:sym typeface="+mn-ea"/>
              </a:endParaRPr>
            </a:p>
          </p:txBody>
        </p:sp>
        <p:cxnSp>
          <p:nvCxnSpPr>
            <p:cNvPr id="23" name="直接连接符 22"/>
            <p:cNvCxnSpPr/>
            <p:nvPr/>
          </p:nvCxnSpPr>
          <p:spPr>
            <a:xfrm flipV="1">
              <a:off x="10209" y="4211"/>
              <a:ext cx="0" cy="378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custDataLst>
                <p:tags r:id="rId12"/>
              </p:custDataLst>
            </p:nvPr>
          </p:nvSpPr>
          <p:spPr>
            <a:xfrm>
              <a:off x="9043" y="5979"/>
              <a:ext cx="3945" cy="2567"/>
            </a:xfrm>
            <a:prstGeom prst="rect">
              <a:avLst/>
            </a:prstGeom>
            <a:noFill/>
          </p:spPr>
          <p:txBody>
            <a:bodyPr wrap="square" rtlCol="0">
              <a:spAutoFit/>
            </a:bodyPr>
            <a:p>
              <a:pPr lvl="0" algn="l">
                <a:buClrTx/>
                <a:buSzTx/>
                <a:buFontTx/>
              </a:pPr>
              <a:r>
                <a:rPr lang="en-US" altLang="zh-CN" sz="10000">
                  <a:solidFill>
                    <a:schemeClr val="accent6"/>
                  </a:solidFill>
                  <a:latin typeface="Inter Black" panose="02000503000000020004" charset="0"/>
                  <a:ea typeface="Inter Black" panose="02000503000000020004" charset="0"/>
                  <a:cs typeface="Inter" panose="02000503000000020004" charset="0"/>
                  <a:sym typeface="+mn-ea"/>
                </a:rPr>
                <a:t>3</a:t>
              </a:r>
              <a:endParaRPr lang="en-US" altLang="zh-CN" sz="10000">
                <a:solidFill>
                  <a:schemeClr val="accent6"/>
                </a:solidFill>
                <a:latin typeface="Inter Black" panose="02000503000000020004" charset="0"/>
                <a:ea typeface="Inter Black" panose="02000503000000020004" charset="0"/>
                <a:cs typeface="Inter" panose="02000503000000020004" charset="0"/>
                <a:sym typeface="+mn-ea"/>
              </a:endParaRPr>
            </a:p>
          </p:txBody>
        </p:sp>
        <p:sp>
          <p:nvSpPr>
            <p:cNvPr id="25" name="矩形 47"/>
            <p:cNvSpPr txBox="1">
              <a:spLocks noChangeArrowheads="1"/>
            </p:cNvSpPr>
            <p:nvPr>
              <p:custDataLst>
                <p:tags r:id="rId13"/>
              </p:custDataLst>
            </p:nvPr>
          </p:nvSpPr>
          <p:spPr bwMode="auto">
            <a:xfrm>
              <a:off x="14487" y="4178"/>
              <a:ext cx="3112" cy="2292"/>
            </a:xfrm>
            <a:prstGeom prst="rect">
              <a:avLst/>
            </a:prstGeom>
            <a:noFill/>
          </p:spPr>
          <p:txBody>
            <a:bodyPr vert="horz" wrap="square" lIns="91440" tIns="45720" rIns="91440" bIns="45720" rtlCol="0" anchor="t" anchorCtr="0" compatLnSpc="0">
              <a:spAutoFit/>
            </a:bodyPr>
            <a:p>
              <a:pPr lvl="0" algn="l">
                <a:lnSpc>
                  <a:spcPct val="150000"/>
                </a:lnSpc>
                <a:spcAft>
                  <a:spcPts val="1000"/>
                </a:spcAft>
                <a:buClrTx/>
                <a:buSzTx/>
                <a:buFontTx/>
                <a:defRPr/>
              </a:pPr>
              <a:r>
                <a:rPr lang="en-US" altLang="en-US" sz="12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rPr>
                <a:t>Displays: </a:t>
              </a:r>
              <a:endParaRPr lang="en-US" altLang="en-US" sz="12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endParaRPr>
            </a:p>
            <a:p>
              <a:pPr lvl="0" algn="l">
                <a:lnSpc>
                  <a:spcPct val="150000"/>
                </a:lnSpc>
                <a:spcAft>
                  <a:spcPts val="1000"/>
                </a:spcAft>
                <a:buClrTx/>
                <a:buSzTx/>
                <a:buFontTx/>
                <a:defRPr/>
              </a:pPr>
              <a:r>
                <a:rPr lang="en-US" altLang="en-US" sz="12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rPr>
                <a:t>Temperature readings</a:t>
              </a:r>
              <a:endParaRPr lang="en-US" altLang="en-US" sz="12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endParaRPr>
            </a:p>
            <a:p>
              <a:pPr lvl="0" algn="l">
                <a:lnSpc>
                  <a:spcPct val="150000"/>
                </a:lnSpc>
                <a:spcAft>
                  <a:spcPts val="1000"/>
                </a:spcAft>
                <a:buClrTx/>
                <a:buSzTx/>
                <a:buFontTx/>
                <a:defRPr/>
              </a:pPr>
              <a:r>
                <a:rPr lang="en-US" altLang="en-US" sz="12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rPr>
                <a:t>Air quality status (GOOD, MODERATE, POOR)</a:t>
              </a:r>
              <a:endParaRPr lang="en-US" altLang="en-US" sz="1200" dirty="0">
                <a:solidFill>
                  <a:schemeClr val="bg1">
                    <a:lumMod val="85000"/>
                  </a:schemeClr>
                </a:solidFill>
                <a:latin typeface="Inter Black" panose="02000503000000020004" charset="0"/>
                <a:ea typeface="Inter Black" panose="02000503000000020004" charset="0"/>
                <a:cs typeface="Inter Black" panose="02000503000000020004" charset="0"/>
                <a:sym typeface="+mn-ea"/>
              </a:endParaRPr>
            </a:p>
          </p:txBody>
        </p:sp>
        <p:sp>
          <p:nvSpPr>
            <p:cNvPr id="26" name="文本框 25"/>
            <p:cNvSpPr txBox="1"/>
            <p:nvPr>
              <p:custDataLst>
                <p:tags r:id="rId14"/>
              </p:custDataLst>
            </p:nvPr>
          </p:nvSpPr>
          <p:spPr>
            <a:xfrm>
              <a:off x="14333" y="3387"/>
              <a:ext cx="3333" cy="628"/>
            </a:xfrm>
            <a:prstGeom prst="rect">
              <a:avLst/>
            </a:prstGeom>
            <a:noFill/>
          </p:spPr>
          <p:txBody>
            <a:bodyPr wrap="square" rtlCol="0">
              <a:spAutoFit/>
            </a:bodyPr>
            <a:p>
              <a:pPr lvl="0" algn="l">
                <a:buClrTx/>
                <a:buSzTx/>
                <a:buFontTx/>
              </a:pPr>
              <a:r>
                <a:rPr lang="en-US" altLang="zh-CN" sz="2000">
                  <a:solidFill>
                    <a:schemeClr val="accent1"/>
                  </a:solidFill>
                  <a:latin typeface="Inter Black" panose="02000503000000020004" charset="0"/>
                  <a:ea typeface="Inter Black" panose="02000503000000020004" charset="0"/>
                  <a:cs typeface="Inter" panose="02000503000000020004" charset="0"/>
                  <a:sym typeface="+mn-ea"/>
                </a:rPr>
                <a:t>16x2 LCD</a:t>
              </a:r>
              <a:endParaRPr lang="en-US" altLang="zh-CN" sz="2000">
                <a:solidFill>
                  <a:schemeClr val="accent1"/>
                </a:solidFill>
                <a:latin typeface="Inter Black" panose="02000503000000020004" charset="0"/>
                <a:ea typeface="Inter Black" panose="02000503000000020004" charset="0"/>
                <a:cs typeface="Inter" panose="02000503000000020004" charset="0"/>
                <a:sym typeface="+mn-ea"/>
              </a:endParaRPr>
            </a:p>
          </p:txBody>
        </p:sp>
        <p:cxnSp>
          <p:nvCxnSpPr>
            <p:cNvPr id="27" name="直接连接符 26"/>
            <p:cNvCxnSpPr/>
            <p:nvPr/>
          </p:nvCxnSpPr>
          <p:spPr>
            <a:xfrm flipV="1">
              <a:off x="14503" y="4209"/>
              <a:ext cx="0" cy="378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custDataLst>
                <p:tags r:id="rId15"/>
              </p:custDataLst>
            </p:nvPr>
          </p:nvSpPr>
          <p:spPr>
            <a:xfrm>
              <a:off x="13340" y="5977"/>
              <a:ext cx="3942" cy="2567"/>
            </a:xfrm>
            <a:prstGeom prst="rect">
              <a:avLst/>
            </a:prstGeom>
            <a:noFill/>
          </p:spPr>
          <p:txBody>
            <a:bodyPr wrap="square" rtlCol="0">
              <a:spAutoFit/>
            </a:bodyPr>
            <a:p>
              <a:pPr lvl="0" algn="l">
                <a:buClrTx/>
                <a:buSzTx/>
                <a:buFontTx/>
              </a:pPr>
              <a:r>
                <a:rPr lang="en-US" altLang="zh-CN" sz="10000">
                  <a:solidFill>
                    <a:schemeClr val="accent6"/>
                  </a:solidFill>
                  <a:latin typeface="Inter Black" panose="02000503000000020004" charset="0"/>
                  <a:ea typeface="Inter Black" panose="02000503000000020004" charset="0"/>
                  <a:cs typeface="Inter" panose="02000503000000020004" charset="0"/>
                  <a:sym typeface="+mn-ea"/>
                </a:rPr>
                <a:t>4</a:t>
              </a:r>
              <a:endParaRPr lang="en-US" altLang="zh-CN" sz="10000">
                <a:solidFill>
                  <a:schemeClr val="accent6"/>
                </a:solidFill>
                <a:latin typeface="Inter Black" panose="02000503000000020004" charset="0"/>
                <a:ea typeface="Inter Black" panose="02000503000000020004" charset="0"/>
                <a:cs typeface="Inter" panose="02000503000000020004" charset="0"/>
                <a:sym typeface="+mn-ea"/>
              </a:endParaRPr>
            </a:p>
          </p:txBody>
        </p:sp>
      </p:grpSp>
    </p:spTree>
    <p:custDataLst>
      <p:tags r:id="rId1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9" name="平行四边形 8"/>
          <p:cNvSpPr/>
          <p:nvPr>
            <p:custDataLst>
              <p:tags r:id="rId2"/>
            </p:custDataLst>
          </p:nvPr>
        </p:nvSpPr>
        <p:spPr>
          <a:xfrm rot="10800000" flipH="1">
            <a:off x="438785" y="4093845"/>
            <a:ext cx="4704715" cy="1582420"/>
          </a:xfrm>
          <a:prstGeom prst="parallelogram">
            <a:avLst>
              <a:gd name="adj" fmla="val 68862"/>
            </a:avLst>
          </a:prstGeom>
          <a:solidFill>
            <a:schemeClr val="accent3">
              <a:alpha val="10000"/>
            </a:schemeClr>
          </a:solidFill>
          <a:ln w="38100">
            <a:gradFill>
              <a:gsLst>
                <a:gs pos="2000">
                  <a:schemeClr val="accent6">
                    <a:alpha val="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16" name="平行四边形 15"/>
          <p:cNvSpPr/>
          <p:nvPr>
            <p:custDataLst>
              <p:tags r:id="rId3"/>
            </p:custDataLst>
          </p:nvPr>
        </p:nvSpPr>
        <p:spPr>
          <a:xfrm rot="10800000">
            <a:off x="6965950" y="4115435"/>
            <a:ext cx="4772025" cy="1582420"/>
          </a:xfrm>
          <a:prstGeom prst="parallelogram">
            <a:avLst>
              <a:gd name="adj" fmla="val 68862"/>
            </a:avLst>
          </a:prstGeom>
          <a:solidFill>
            <a:schemeClr val="accent3">
              <a:alpha val="10000"/>
            </a:schemeClr>
          </a:solidFill>
          <a:ln w="38100">
            <a:gradFill>
              <a:gsLst>
                <a:gs pos="2000">
                  <a:schemeClr val="accent6">
                    <a:alpha val="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2" name="平行四边形 1"/>
          <p:cNvSpPr/>
          <p:nvPr>
            <p:custDataLst>
              <p:tags r:id="rId4"/>
            </p:custDataLst>
          </p:nvPr>
        </p:nvSpPr>
        <p:spPr>
          <a:xfrm rot="10800000">
            <a:off x="560705" y="1636395"/>
            <a:ext cx="4470400" cy="1582420"/>
          </a:xfrm>
          <a:prstGeom prst="parallelogram">
            <a:avLst>
              <a:gd name="adj" fmla="val 68862"/>
            </a:avLst>
          </a:prstGeom>
          <a:solidFill>
            <a:schemeClr val="accent3">
              <a:alpha val="10000"/>
            </a:schemeClr>
          </a:solidFill>
          <a:ln w="38100">
            <a:gradFill>
              <a:gsLst>
                <a:gs pos="2000">
                  <a:schemeClr val="accent6">
                    <a:alpha val="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7" name="平行四边形 6"/>
          <p:cNvSpPr/>
          <p:nvPr>
            <p:custDataLst>
              <p:tags r:id="rId5"/>
            </p:custDataLst>
          </p:nvPr>
        </p:nvSpPr>
        <p:spPr>
          <a:xfrm rot="10800000" flipH="1">
            <a:off x="7110730" y="1636395"/>
            <a:ext cx="4470400" cy="1582420"/>
          </a:xfrm>
          <a:prstGeom prst="parallelogram">
            <a:avLst>
              <a:gd name="adj" fmla="val 68862"/>
            </a:avLst>
          </a:prstGeom>
          <a:solidFill>
            <a:schemeClr val="accent3">
              <a:alpha val="10000"/>
            </a:schemeClr>
          </a:solidFill>
          <a:ln w="38100">
            <a:gradFill>
              <a:gsLst>
                <a:gs pos="2000">
                  <a:schemeClr val="accent6">
                    <a:alpha val="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139" name="任意多边形: 形状 138"/>
          <p:cNvSpPr/>
          <p:nvPr>
            <p:custDataLst>
              <p:tags r:id="rId6"/>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SIGNIFICANCE IN FUTURE</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37" name="椭圆 36"/>
          <p:cNvSpPr/>
          <p:nvPr/>
        </p:nvSpPr>
        <p:spPr>
          <a:xfrm rot="1020000">
            <a:off x="4249420" y="1750060"/>
            <a:ext cx="3622040" cy="3622040"/>
          </a:xfrm>
          <a:prstGeom prst="ellipse">
            <a:avLst/>
          </a:prstGeom>
          <a:noFill/>
          <a:ln w="95250">
            <a:gradFill>
              <a:gsLst>
                <a:gs pos="73000">
                  <a:schemeClr val="accent6">
                    <a:alpha val="0"/>
                  </a:schemeClr>
                </a:gs>
                <a:gs pos="35000">
                  <a:schemeClr val="accent1"/>
                </a:gs>
                <a:gs pos="100000">
                  <a:schemeClr val="accent1"/>
                </a:gs>
                <a:gs pos="1000">
                  <a:schemeClr val="accent6">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cs typeface="Inter Black" panose="02000503000000020004" charset="0"/>
            </a:endParaRPr>
          </a:p>
        </p:txBody>
      </p:sp>
      <p:sp>
        <p:nvSpPr>
          <p:cNvPr id="38" name="椭圆 37"/>
          <p:cNvSpPr/>
          <p:nvPr/>
        </p:nvSpPr>
        <p:spPr>
          <a:xfrm rot="10800000">
            <a:off x="4471035" y="1973580"/>
            <a:ext cx="3175000" cy="3175000"/>
          </a:xfrm>
          <a:prstGeom prst="ellipse">
            <a:avLst/>
          </a:prstGeom>
          <a:noFill/>
          <a:ln w="76200">
            <a:gradFill>
              <a:gsLst>
                <a:gs pos="39000">
                  <a:schemeClr val="accent1"/>
                </a:gs>
                <a:gs pos="0">
                  <a:schemeClr val="accent6">
                    <a:alpha val="0"/>
                  </a:schemeClr>
                </a:gs>
                <a:gs pos="100000">
                  <a:schemeClr val="accent1"/>
                </a:gs>
                <a:gs pos="72000">
                  <a:schemeClr val="accent6">
                    <a:alpha val="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cs typeface="Inter Black" panose="02000503000000020004" charset="0"/>
            </a:endParaRPr>
          </a:p>
        </p:txBody>
      </p:sp>
      <p:sp>
        <p:nvSpPr>
          <p:cNvPr id="35" name="椭圆 34"/>
          <p:cNvSpPr/>
          <p:nvPr/>
        </p:nvSpPr>
        <p:spPr>
          <a:xfrm>
            <a:off x="5019675" y="2506980"/>
            <a:ext cx="2078355" cy="2011680"/>
          </a:xfrm>
          <a:prstGeom prst="ellipse">
            <a:avLst/>
          </a:prstGeom>
          <a:gradFill>
            <a:gsLst>
              <a:gs pos="0">
                <a:schemeClr val="accent3">
                  <a:lumMod val="60000"/>
                  <a:lumOff val="40000"/>
                </a:schemeClr>
              </a:gs>
              <a:gs pos="85000">
                <a:schemeClr val="accent1"/>
              </a:gs>
            </a:gsLst>
            <a:lin ang="2700000" scaled="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p>
            <a:pPr algn="ctr"/>
            <a:r>
              <a:rPr lang="en-US" altLang="zh-CN" sz="2000" dirty="0">
                <a:solidFill>
                  <a:schemeClr val="bg1"/>
                </a:solidFill>
                <a:latin typeface="Inter Black" panose="02000503000000020004" charset="0"/>
                <a:ea typeface="Inter Black" panose="02000503000000020004" charset="0"/>
                <a:cs typeface="Inter Black" panose="02000503000000020004" charset="0"/>
              </a:rPr>
              <a:t>Significance</a:t>
            </a:r>
            <a:endParaRPr lang="en-US" altLang="zh-CN" sz="2000" dirty="0">
              <a:solidFill>
                <a:schemeClr val="bg1"/>
              </a:solidFill>
              <a:latin typeface="Inter Black" panose="02000503000000020004" charset="0"/>
              <a:ea typeface="Inter Black" panose="02000503000000020004" charset="0"/>
              <a:cs typeface="Inter Black" panose="02000503000000020004" charset="0"/>
            </a:endParaRPr>
          </a:p>
        </p:txBody>
      </p:sp>
      <p:grpSp>
        <p:nvGrpSpPr>
          <p:cNvPr id="36" name="组合 35"/>
          <p:cNvGrpSpPr/>
          <p:nvPr/>
        </p:nvGrpSpPr>
        <p:grpSpPr>
          <a:xfrm rot="0">
            <a:off x="4625340" y="2202815"/>
            <a:ext cx="2805430" cy="2716530"/>
            <a:chOff x="3907790" y="2007432"/>
            <a:chExt cx="3854131" cy="3627565"/>
          </a:xfrm>
        </p:grpSpPr>
        <p:sp>
          <p:nvSpPr>
            <p:cNvPr id="46" name="2"/>
            <p:cNvSpPr/>
            <p:nvPr/>
          </p:nvSpPr>
          <p:spPr>
            <a:xfrm flipH="1" flipV="1">
              <a:off x="3984739" y="2007432"/>
              <a:ext cx="3777182" cy="3627565"/>
            </a:xfrm>
            <a:prstGeom prst="blockArc">
              <a:avLst>
                <a:gd name="adj1" fmla="val 34484"/>
                <a:gd name="adj2" fmla="val 10794548"/>
                <a:gd name="adj3" fmla="val 922"/>
              </a:avLst>
            </a:prstGeom>
            <a:gradFill>
              <a:gsLst>
                <a:gs pos="0">
                  <a:schemeClr val="accent1">
                    <a:lumMod val="5000"/>
                    <a:lumOff val="95000"/>
                    <a:alpha val="0"/>
                  </a:schemeClr>
                </a:gs>
                <a:gs pos="53000">
                  <a:schemeClr val="accent3">
                    <a:lumMod val="40000"/>
                    <a:lumOff val="60000"/>
                  </a:schemeClr>
                </a:gs>
                <a:gs pos="85000">
                  <a:schemeClr val="accent1">
                    <a:lumMod val="40000"/>
                    <a:lumOff val="6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a:ea typeface="Inter Black" panose="02000503000000020004" charset="0"/>
                <a:cs typeface="Inter Black" panose="02000503000000020004" charset="0"/>
                <a:sym typeface="+mn-lt"/>
              </a:endParaRPr>
            </a:p>
          </p:txBody>
        </p:sp>
        <p:sp>
          <p:nvSpPr>
            <p:cNvPr id="63" name="1"/>
            <p:cNvSpPr/>
            <p:nvPr/>
          </p:nvSpPr>
          <p:spPr>
            <a:xfrm flipH="1" flipV="1">
              <a:off x="3907790" y="3739621"/>
              <a:ext cx="197107" cy="16319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a:ea typeface="Inter Black" panose="02000503000000020004" charset="0"/>
                <a:cs typeface="Inter Black" panose="02000503000000020004" charset="0"/>
                <a:sym typeface="+mn-lt"/>
              </a:endParaRPr>
            </a:p>
          </p:txBody>
        </p:sp>
      </p:grpSp>
      <p:grpSp>
        <p:nvGrpSpPr>
          <p:cNvPr id="47" name="组合 46"/>
          <p:cNvGrpSpPr/>
          <p:nvPr/>
        </p:nvGrpSpPr>
        <p:grpSpPr>
          <a:xfrm rot="10800000">
            <a:off x="4688840" y="2202815"/>
            <a:ext cx="2805430" cy="2716530"/>
            <a:chOff x="3907790" y="2007432"/>
            <a:chExt cx="3854130" cy="3627565"/>
          </a:xfrm>
          <a:gradFill>
            <a:gsLst>
              <a:gs pos="100000">
                <a:schemeClr val="accent1">
                  <a:lumMod val="5000"/>
                  <a:lumOff val="95000"/>
                  <a:alpha val="0"/>
                </a:schemeClr>
              </a:gs>
              <a:gs pos="53000">
                <a:schemeClr val="accent3">
                  <a:lumMod val="40000"/>
                  <a:lumOff val="60000"/>
                </a:schemeClr>
              </a:gs>
              <a:gs pos="26000">
                <a:schemeClr val="accent1">
                  <a:lumMod val="60000"/>
                  <a:lumOff val="40000"/>
                </a:schemeClr>
              </a:gs>
            </a:gsLst>
            <a:lin ang="0" scaled="0"/>
          </a:gradFill>
        </p:grpSpPr>
        <p:sp>
          <p:nvSpPr>
            <p:cNvPr id="49" name="2"/>
            <p:cNvSpPr/>
            <p:nvPr/>
          </p:nvSpPr>
          <p:spPr>
            <a:xfrm flipH="1" flipV="1">
              <a:off x="3984738" y="2007432"/>
              <a:ext cx="3777182" cy="3627565"/>
            </a:xfrm>
            <a:prstGeom prst="blockArc">
              <a:avLst>
                <a:gd name="adj1" fmla="val 34484"/>
                <a:gd name="adj2" fmla="val 10794548"/>
                <a:gd name="adj3" fmla="val 92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a:ea typeface="Inter Black" panose="02000503000000020004" charset="0"/>
                <a:cs typeface="Inter Black" panose="02000503000000020004" charset="0"/>
                <a:sym typeface="+mn-lt"/>
              </a:endParaRPr>
            </a:p>
          </p:txBody>
        </p:sp>
        <p:sp>
          <p:nvSpPr>
            <p:cNvPr id="50" name="1"/>
            <p:cNvSpPr/>
            <p:nvPr/>
          </p:nvSpPr>
          <p:spPr>
            <a:xfrm flipH="1" flipV="1">
              <a:off x="3907790" y="3739621"/>
              <a:ext cx="197107" cy="16319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a:ea typeface="Inter Black" panose="02000503000000020004" charset="0"/>
                <a:cs typeface="Inter Black" panose="02000503000000020004" charset="0"/>
                <a:sym typeface="+mn-lt"/>
              </a:endParaRPr>
            </a:p>
          </p:txBody>
        </p:sp>
      </p:grpSp>
      <p:grpSp>
        <p:nvGrpSpPr>
          <p:cNvPr id="64" name="组合 63"/>
          <p:cNvGrpSpPr/>
          <p:nvPr/>
        </p:nvGrpSpPr>
        <p:grpSpPr>
          <a:xfrm rot="0">
            <a:off x="2190750" y="2258060"/>
            <a:ext cx="2068830" cy="180975"/>
            <a:chOff x="2479361" y="2183606"/>
            <a:chExt cx="2068827" cy="180975"/>
          </a:xfrm>
        </p:grpSpPr>
        <p:cxnSp>
          <p:nvCxnSpPr>
            <p:cNvPr id="65" name="直接连接符 64"/>
            <p:cNvCxnSpPr/>
            <p:nvPr/>
          </p:nvCxnSpPr>
          <p:spPr>
            <a:xfrm flipH="1" flipV="1">
              <a:off x="4367213" y="2183606"/>
              <a:ext cx="180975" cy="180975"/>
            </a:xfrm>
            <a:prstGeom prst="line">
              <a:avLst/>
            </a:prstGeom>
            <a:noFill/>
            <a:ln>
              <a:gradFill>
                <a:gsLst>
                  <a:gs pos="0">
                    <a:schemeClr val="accent1">
                      <a:lumMod val="60000"/>
                      <a:lumOff val="40000"/>
                    </a:schemeClr>
                  </a:gs>
                  <a:gs pos="100000">
                    <a:schemeClr val="accent1"/>
                  </a:gs>
                </a:gsLst>
                <a:lin ang="162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66" name="直接连接符 65"/>
            <p:cNvCxnSpPr/>
            <p:nvPr/>
          </p:nvCxnSpPr>
          <p:spPr>
            <a:xfrm flipH="1">
              <a:off x="2479361" y="2184400"/>
              <a:ext cx="1889439" cy="0"/>
            </a:xfrm>
            <a:prstGeom prst="line">
              <a:avLst/>
            </a:prstGeom>
            <a:noFill/>
            <a:ln>
              <a:gradFill>
                <a:gsLst>
                  <a:gs pos="0">
                    <a:schemeClr val="accent1">
                      <a:lumMod val="60000"/>
                      <a:lumOff val="40000"/>
                    </a:schemeClr>
                  </a:gs>
                  <a:gs pos="100000">
                    <a:schemeClr val="accent1"/>
                  </a:gs>
                </a:gsLst>
                <a:lin ang="16200000" scaled="1"/>
              </a:gradFill>
            </a:ln>
          </p:spPr>
          <p:style>
            <a:lnRef idx="2">
              <a:schemeClr val="accent1">
                <a:shade val="50000"/>
              </a:schemeClr>
            </a:lnRef>
            <a:fillRef idx="1">
              <a:schemeClr val="accent1"/>
            </a:fillRef>
            <a:effectRef idx="0">
              <a:schemeClr val="accent1"/>
            </a:effectRef>
            <a:fontRef idx="minor">
              <a:schemeClr val="lt1"/>
            </a:fontRef>
          </p:style>
        </p:cxnSp>
      </p:grpSp>
      <p:sp>
        <p:nvSpPr>
          <p:cNvPr id="67" name="Rectangle 46"/>
          <p:cNvSpPr txBox="1"/>
          <p:nvPr/>
        </p:nvSpPr>
        <p:spPr>
          <a:xfrm>
            <a:off x="1894205" y="1746250"/>
            <a:ext cx="2755265" cy="398780"/>
          </a:xfrm>
          <a:prstGeom prst="rect">
            <a:avLst/>
          </a:prstGeom>
          <a:noFill/>
        </p:spPr>
        <p:txBody>
          <a:bodyPr vert="horz" wrap="square" rtlCol="0">
            <a:spAutoFit/>
          </a:bodyPr>
          <a:p>
            <a:pPr lvl="0" algn="l">
              <a:buClrTx/>
              <a:buSzTx/>
              <a:buFontTx/>
            </a:pPr>
            <a:r>
              <a:rPr lang="en-US" altLang="zh-CN"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rPr>
              <a:t>1.</a:t>
            </a:r>
            <a:r>
              <a:rPr lang="zh-CN" altLang="en-US"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rPr>
              <a:t> </a:t>
            </a:r>
            <a:endParaRPr lang="zh-CN" altLang="en-US"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endParaRPr>
          </a:p>
        </p:txBody>
      </p:sp>
      <p:grpSp>
        <p:nvGrpSpPr>
          <p:cNvPr id="69" name="组合 68"/>
          <p:cNvGrpSpPr/>
          <p:nvPr/>
        </p:nvGrpSpPr>
        <p:grpSpPr>
          <a:xfrm rot="0">
            <a:off x="2082800" y="4520565"/>
            <a:ext cx="2068830" cy="180975"/>
            <a:chOff x="2479361" y="2003425"/>
            <a:chExt cx="2068827" cy="180975"/>
          </a:xfrm>
        </p:grpSpPr>
        <p:cxnSp>
          <p:nvCxnSpPr>
            <p:cNvPr id="52" name="直接连接符 51"/>
            <p:cNvCxnSpPr/>
            <p:nvPr/>
          </p:nvCxnSpPr>
          <p:spPr>
            <a:xfrm flipH="1">
              <a:off x="4367213" y="2003425"/>
              <a:ext cx="180975" cy="180975"/>
            </a:xfrm>
            <a:prstGeom prst="line">
              <a:avLst/>
            </a:prstGeom>
            <a:noFill/>
            <a:ln>
              <a:gradFill>
                <a:gsLst>
                  <a:gs pos="0">
                    <a:schemeClr val="accent1">
                      <a:lumMod val="60000"/>
                      <a:lumOff val="40000"/>
                    </a:schemeClr>
                  </a:gs>
                  <a:gs pos="100000">
                    <a:schemeClr val="accent1"/>
                  </a:gs>
                </a:gsLst>
                <a:lin ang="162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71" name="直接连接符 70"/>
            <p:cNvCxnSpPr/>
            <p:nvPr/>
          </p:nvCxnSpPr>
          <p:spPr>
            <a:xfrm flipH="1">
              <a:off x="2479361" y="2184400"/>
              <a:ext cx="1889439" cy="0"/>
            </a:xfrm>
            <a:prstGeom prst="line">
              <a:avLst/>
            </a:prstGeom>
            <a:noFill/>
            <a:ln>
              <a:gradFill>
                <a:gsLst>
                  <a:gs pos="0">
                    <a:schemeClr val="accent1">
                      <a:lumMod val="60000"/>
                      <a:lumOff val="40000"/>
                    </a:schemeClr>
                  </a:gs>
                  <a:gs pos="100000">
                    <a:schemeClr val="accent1"/>
                  </a:gs>
                </a:gsLst>
                <a:lin ang="16200000" scaled="1"/>
              </a:gradFill>
            </a:ln>
          </p:spPr>
          <p:style>
            <a:lnRef idx="2">
              <a:schemeClr val="accent1">
                <a:shade val="50000"/>
              </a:schemeClr>
            </a:lnRef>
            <a:fillRef idx="1">
              <a:schemeClr val="accent1"/>
            </a:fillRef>
            <a:effectRef idx="0">
              <a:schemeClr val="accent1"/>
            </a:effectRef>
            <a:fontRef idx="minor">
              <a:schemeClr val="lt1"/>
            </a:fontRef>
          </p:style>
        </p:cxnSp>
      </p:grpSp>
      <p:sp>
        <p:nvSpPr>
          <p:cNvPr id="53" name="Rectangle 46"/>
          <p:cNvSpPr txBox="1"/>
          <p:nvPr/>
        </p:nvSpPr>
        <p:spPr>
          <a:xfrm>
            <a:off x="1543050" y="4149090"/>
            <a:ext cx="3387090" cy="398780"/>
          </a:xfrm>
          <a:prstGeom prst="rect">
            <a:avLst/>
          </a:prstGeom>
          <a:noFill/>
        </p:spPr>
        <p:txBody>
          <a:bodyPr vert="horz" wrap="square" rtlCol="0">
            <a:spAutoFit/>
          </a:bodyPr>
          <a:p>
            <a:pPr lvl="0" algn="l">
              <a:buClrTx/>
              <a:buSzTx/>
              <a:buFontTx/>
            </a:pPr>
            <a:r>
              <a:rPr lang="en-US" altLang="zh-CN"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rPr>
              <a:t>2.</a:t>
            </a:r>
            <a:r>
              <a:rPr lang="zh-CN" altLang="en-US"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rPr>
              <a:t> </a:t>
            </a:r>
            <a:endParaRPr lang="zh-CN" altLang="en-US"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endParaRPr>
          </a:p>
        </p:txBody>
      </p:sp>
      <p:grpSp>
        <p:nvGrpSpPr>
          <p:cNvPr id="74" name="组合 73"/>
          <p:cNvGrpSpPr/>
          <p:nvPr/>
        </p:nvGrpSpPr>
        <p:grpSpPr>
          <a:xfrm rot="0" flipH="1">
            <a:off x="7852410" y="2258060"/>
            <a:ext cx="2068830" cy="180975"/>
            <a:chOff x="2479361" y="2183606"/>
            <a:chExt cx="2068827" cy="180975"/>
          </a:xfrm>
        </p:grpSpPr>
        <p:cxnSp>
          <p:nvCxnSpPr>
            <p:cNvPr id="75" name="直接连接符 74"/>
            <p:cNvCxnSpPr/>
            <p:nvPr/>
          </p:nvCxnSpPr>
          <p:spPr>
            <a:xfrm flipH="1" flipV="1">
              <a:off x="4367213" y="2183606"/>
              <a:ext cx="180975" cy="180975"/>
            </a:xfrm>
            <a:prstGeom prst="line">
              <a:avLst/>
            </a:prstGeom>
            <a:noFill/>
            <a:ln>
              <a:gradFill>
                <a:gsLst>
                  <a:gs pos="0">
                    <a:schemeClr val="accent1">
                      <a:lumMod val="60000"/>
                      <a:lumOff val="40000"/>
                    </a:schemeClr>
                  </a:gs>
                  <a:gs pos="100000">
                    <a:schemeClr val="accent1"/>
                  </a:gs>
                </a:gsLst>
                <a:lin ang="162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76" name="直接连接符 75"/>
            <p:cNvCxnSpPr/>
            <p:nvPr/>
          </p:nvCxnSpPr>
          <p:spPr>
            <a:xfrm flipH="1">
              <a:off x="2479361" y="2184400"/>
              <a:ext cx="1889439" cy="0"/>
            </a:xfrm>
            <a:prstGeom prst="line">
              <a:avLst/>
            </a:prstGeom>
            <a:noFill/>
            <a:ln>
              <a:gradFill>
                <a:gsLst>
                  <a:gs pos="0">
                    <a:schemeClr val="accent1">
                      <a:lumMod val="60000"/>
                      <a:lumOff val="40000"/>
                    </a:schemeClr>
                  </a:gs>
                  <a:gs pos="100000">
                    <a:schemeClr val="accent1"/>
                  </a:gs>
                </a:gsLst>
                <a:lin ang="16200000" scaled="1"/>
              </a:gradFill>
            </a:ln>
          </p:spPr>
          <p:style>
            <a:lnRef idx="2">
              <a:schemeClr val="accent1">
                <a:shade val="50000"/>
              </a:schemeClr>
            </a:lnRef>
            <a:fillRef idx="1">
              <a:schemeClr val="accent1"/>
            </a:fillRef>
            <a:effectRef idx="0">
              <a:schemeClr val="accent1"/>
            </a:effectRef>
            <a:fontRef idx="minor">
              <a:schemeClr val="lt1"/>
            </a:fontRef>
          </p:style>
        </p:cxnSp>
      </p:grpSp>
      <p:sp>
        <p:nvSpPr>
          <p:cNvPr id="77" name="Rectangle 46"/>
          <p:cNvSpPr txBox="1"/>
          <p:nvPr/>
        </p:nvSpPr>
        <p:spPr>
          <a:xfrm>
            <a:off x="8065770" y="1746250"/>
            <a:ext cx="2689860" cy="398780"/>
          </a:xfrm>
          <a:prstGeom prst="rect">
            <a:avLst/>
          </a:prstGeom>
          <a:noFill/>
        </p:spPr>
        <p:txBody>
          <a:bodyPr vert="horz" wrap="square" rtlCol="0">
            <a:spAutoFit/>
          </a:bodyPr>
          <a:p>
            <a:pPr lvl="0" algn="l">
              <a:buClrTx/>
              <a:buSzTx/>
              <a:buFontTx/>
            </a:pPr>
            <a:r>
              <a:rPr lang="en-US" altLang="zh-CN"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rPr>
              <a:t>3.</a:t>
            </a:r>
            <a:r>
              <a:rPr lang="zh-CN" altLang="en-US"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rPr>
              <a:t> </a:t>
            </a:r>
            <a:endParaRPr lang="zh-CN" altLang="en-US"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endParaRPr>
          </a:p>
        </p:txBody>
      </p:sp>
      <p:grpSp>
        <p:nvGrpSpPr>
          <p:cNvPr id="79" name="组合 78"/>
          <p:cNvGrpSpPr/>
          <p:nvPr/>
        </p:nvGrpSpPr>
        <p:grpSpPr>
          <a:xfrm rot="0" flipH="1">
            <a:off x="7960360" y="4520565"/>
            <a:ext cx="2068830" cy="180975"/>
            <a:chOff x="2479361" y="2003425"/>
            <a:chExt cx="2068827" cy="180975"/>
          </a:xfrm>
        </p:grpSpPr>
        <p:cxnSp>
          <p:nvCxnSpPr>
            <p:cNvPr id="80" name="直接连接符 79"/>
            <p:cNvCxnSpPr/>
            <p:nvPr/>
          </p:nvCxnSpPr>
          <p:spPr>
            <a:xfrm flipH="1">
              <a:off x="4367213" y="2003425"/>
              <a:ext cx="180975" cy="180975"/>
            </a:xfrm>
            <a:prstGeom prst="line">
              <a:avLst/>
            </a:prstGeom>
            <a:noFill/>
            <a:ln>
              <a:gradFill>
                <a:gsLst>
                  <a:gs pos="0">
                    <a:schemeClr val="accent1">
                      <a:lumMod val="60000"/>
                      <a:lumOff val="40000"/>
                    </a:schemeClr>
                  </a:gs>
                  <a:gs pos="100000">
                    <a:schemeClr val="accent1"/>
                  </a:gs>
                </a:gsLst>
                <a:lin ang="162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81" name="直接连接符 80"/>
            <p:cNvCxnSpPr/>
            <p:nvPr/>
          </p:nvCxnSpPr>
          <p:spPr>
            <a:xfrm flipH="1">
              <a:off x="2479361" y="2184400"/>
              <a:ext cx="1889439" cy="0"/>
            </a:xfrm>
            <a:prstGeom prst="line">
              <a:avLst/>
            </a:prstGeom>
            <a:noFill/>
            <a:ln>
              <a:gradFill>
                <a:gsLst>
                  <a:gs pos="0">
                    <a:schemeClr val="accent1">
                      <a:lumMod val="60000"/>
                      <a:lumOff val="40000"/>
                    </a:schemeClr>
                  </a:gs>
                  <a:gs pos="100000">
                    <a:schemeClr val="accent1"/>
                  </a:gs>
                </a:gsLst>
                <a:lin ang="16200000" scaled="1"/>
              </a:gradFill>
            </a:ln>
          </p:spPr>
          <p:style>
            <a:lnRef idx="2">
              <a:schemeClr val="accent1">
                <a:shade val="50000"/>
              </a:schemeClr>
            </a:lnRef>
            <a:fillRef idx="1">
              <a:schemeClr val="accent1"/>
            </a:fillRef>
            <a:effectRef idx="0">
              <a:schemeClr val="accent1"/>
            </a:effectRef>
            <a:fontRef idx="minor">
              <a:schemeClr val="lt1"/>
            </a:fontRef>
          </p:style>
        </p:cxnSp>
      </p:grpSp>
      <p:sp>
        <p:nvSpPr>
          <p:cNvPr id="82" name="Rectangle 46"/>
          <p:cNvSpPr txBox="1"/>
          <p:nvPr/>
        </p:nvSpPr>
        <p:spPr>
          <a:xfrm>
            <a:off x="8065770" y="4149090"/>
            <a:ext cx="2794635" cy="398780"/>
          </a:xfrm>
          <a:prstGeom prst="rect">
            <a:avLst/>
          </a:prstGeom>
          <a:noFill/>
        </p:spPr>
        <p:txBody>
          <a:bodyPr vert="horz" wrap="square" rtlCol="0">
            <a:spAutoFit/>
          </a:bodyPr>
          <a:p>
            <a:pPr lvl="0" algn="l">
              <a:buClrTx/>
              <a:buSzTx/>
              <a:buFontTx/>
            </a:pPr>
            <a:r>
              <a:rPr lang="en-US" altLang="zh-CN"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rPr>
              <a:t>4.</a:t>
            </a:r>
            <a:r>
              <a:rPr lang="zh-CN" altLang="en-US"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rPr>
              <a:t> </a:t>
            </a:r>
            <a:endParaRPr lang="zh-CN" altLang="en-US" sz="2000" spc="300" dirty="0" smtClean="0">
              <a:gradFill>
                <a:gsLst>
                  <a:gs pos="0">
                    <a:schemeClr val="accent1">
                      <a:lumMod val="60000"/>
                      <a:lumOff val="40000"/>
                    </a:schemeClr>
                  </a:gs>
                  <a:gs pos="100000">
                    <a:schemeClr val="accent1"/>
                  </a:gs>
                </a:gsLst>
                <a:lin ang="5400000" scaled="0"/>
              </a:gradFill>
              <a:effectLst/>
              <a:latin typeface="Inter Black" panose="02000503000000020004" charset="0"/>
              <a:ea typeface="Inter Black" panose="02000503000000020004" charset="0"/>
              <a:cs typeface="Inter Black" panose="02000503000000020004" charset="0"/>
              <a:sym typeface="+mn-ea"/>
            </a:endParaRPr>
          </a:p>
        </p:txBody>
      </p:sp>
      <p:sp>
        <p:nvSpPr>
          <p:cNvPr id="55" name="矩形 47"/>
          <p:cNvSpPr>
            <a:spLocks noChangeArrowheads="1"/>
          </p:cNvSpPr>
          <p:nvPr>
            <p:custDataLst>
              <p:tags r:id="rId7"/>
            </p:custDataLst>
          </p:nvPr>
        </p:nvSpPr>
        <p:spPr bwMode="auto">
          <a:xfrm>
            <a:off x="1082040" y="2267585"/>
            <a:ext cx="2888615" cy="942340"/>
          </a:xfrm>
          <a:prstGeom prst="rect">
            <a:avLst/>
          </a:prstGeom>
          <a:noFill/>
          <a:ln w="9525">
            <a:noFill/>
            <a:miter lim="800000"/>
          </a:ln>
        </p:spPr>
        <p:txBody>
          <a:bodyPr wrap="square" lIns="68566" tIns="34283" rIns="68566" bIns="34283">
            <a:spAutoFit/>
          </a:bodyPr>
          <a:p>
            <a:pPr algn="r">
              <a:lnSpc>
                <a:spcPct val="158000"/>
              </a:lnSpc>
              <a:buFont typeface="Inter Black" panose="02000503000000020004" charset="0"/>
              <a:buNone/>
            </a:pPr>
            <a:r>
              <a:rPr lang="en-US" altLang="en-US" sz="1200" dirty="0">
                <a:solidFill>
                  <a:schemeClr val="bg1">
                    <a:lumMod val="85000"/>
                  </a:schemeClr>
                </a:solidFill>
                <a:latin typeface="Inter Black" panose="02000503000000020004" charset="0"/>
                <a:ea typeface="Inter Black" panose="02000503000000020004" charset="0"/>
                <a:cs typeface="+mn-ea"/>
                <a:sym typeface="Inter Black" panose="02000503000000020004" charset="0"/>
              </a:rPr>
              <a:t>This system can be integrated with smart city infrastructure for continuous environmental monitoring.</a:t>
            </a:r>
            <a:endParaRPr lang="en-US" altLang="en-US" sz="1200" dirty="0">
              <a:solidFill>
                <a:schemeClr val="bg1">
                  <a:lumMod val="85000"/>
                </a:schemeClr>
              </a:solidFill>
              <a:latin typeface="Inter Black" panose="02000503000000020004" charset="0"/>
              <a:ea typeface="Inter Black" panose="02000503000000020004" charset="0"/>
              <a:cs typeface="+mn-ea"/>
              <a:sym typeface="Inter Black" panose="02000503000000020004" charset="0"/>
            </a:endParaRPr>
          </a:p>
        </p:txBody>
      </p:sp>
      <p:sp>
        <p:nvSpPr>
          <p:cNvPr id="56" name="矩形 47"/>
          <p:cNvSpPr>
            <a:spLocks noChangeArrowheads="1"/>
          </p:cNvSpPr>
          <p:nvPr>
            <p:custDataLst>
              <p:tags r:id="rId8"/>
            </p:custDataLst>
          </p:nvPr>
        </p:nvSpPr>
        <p:spPr bwMode="auto">
          <a:xfrm>
            <a:off x="1082040" y="4705985"/>
            <a:ext cx="2888615" cy="1086485"/>
          </a:xfrm>
          <a:prstGeom prst="rect">
            <a:avLst/>
          </a:prstGeom>
          <a:noFill/>
          <a:ln w="9525">
            <a:noFill/>
            <a:miter lim="800000"/>
          </a:ln>
        </p:spPr>
        <p:txBody>
          <a:bodyPr wrap="square" lIns="68566" tIns="34283" rIns="68566" bIns="34283">
            <a:spAutoFit/>
          </a:bodyPr>
          <a:p>
            <a:pPr algn="r">
              <a:lnSpc>
                <a:spcPct val="158000"/>
              </a:lnSpc>
              <a:buFont typeface="Inter Black" panose="02000503000000020004" charset="0"/>
              <a:buNone/>
            </a:pPr>
            <a:r>
              <a:rPr lang="en-US" altLang="en-US" sz="1400" dirty="0">
                <a:solidFill>
                  <a:schemeClr val="bg1">
                    <a:lumMod val="85000"/>
                  </a:schemeClr>
                </a:solidFill>
                <a:latin typeface="Inter Black" panose="02000503000000020004" charset="0"/>
                <a:ea typeface="Inter Black" panose="02000503000000020004" charset="0"/>
                <a:cs typeface="+mn-ea"/>
                <a:sym typeface="Inter Black" panose="02000503000000020004" charset="0"/>
              </a:rPr>
              <a:t>It can help authorities identify pollution-prone areas and take preventive measures.</a:t>
            </a:r>
            <a:endParaRPr lang="en-US" altLang="en-US" sz="1400" dirty="0">
              <a:solidFill>
                <a:schemeClr val="bg1">
                  <a:lumMod val="85000"/>
                </a:schemeClr>
              </a:solidFill>
              <a:latin typeface="Inter Black" panose="02000503000000020004" charset="0"/>
              <a:ea typeface="Inter Black" panose="02000503000000020004" charset="0"/>
              <a:cs typeface="+mn-ea"/>
              <a:sym typeface="Inter Black" panose="02000503000000020004" charset="0"/>
            </a:endParaRPr>
          </a:p>
        </p:txBody>
      </p:sp>
      <p:sp>
        <p:nvSpPr>
          <p:cNvPr id="57" name="矩形 47"/>
          <p:cNvSpPr>
            <a:spLocks noChangeArrowheads="1"/>
          </p:cNvSpPr>
          <p:nvPr>
            <p:custDataLst>
              <p:tags r:id="rId9"/>
            </p:custDataLst>
          </p:nvPr>
        </p:nvSpPr>
        <p:spPr bwMode="auto">
          <a:xfrm>
            <a:off x="8206740" y="4697095"/>
            <a:ext cx="2888615" cy="1426210"/>
          </a:xfrm>
          <a:prstGeom prst="rect">
            <a:avLst/>
          </a:prstGeom>
          <a:noFill/>
          <a:ln w="9525">
            <a:noFill/>
            <a:miter lim="800000"/>
          </a:ln>
        </p:spPr>
        <p:txBody>
          <a:bodyPr wrap="square" lIns="68566" tIns="34283" rIns="68566" bIns="34283">
            <a:spAutoFit/>
          </a:bodyPr>
          <a:p>
            <a:pPr algn="l">
              <a:lnSpc>
                <a:spcPct val="158000"/>
              </a:lnSpc>
              <a:buFont typeface="Inter Black" panose="02000503000000020004" charset="0"/>
              <a:buNone/>
            </a:pPr>
            <a:r>
              <a:rPr lang="en-US" altLang="en-US" sz="1400" dirty="0">
                <a:solidFill>
                  <a:schemeClr val="bg1">
                    <a:lumMod val="85000"/>
                  </a:schemeClr>
                </a:solidFill>
                <a:latin typeface="Inter Black" panose="02000503000000020004" charset="0"/>
                <a:ea typeface="Inter Black" panose="02000503000000020004" charset="0"/>
                <a:cs typeface="+mn-ea"/>
                <a:sym typeface="Inter Black" panose="02000503000000020004" charset="0"/>
              </a:rPr>
              <a:t>It can be used in industries, schools, hospitals, and residential areas to ensure a healthy environment.</a:t>
            </a:r>
            <a:endParaRPr lang="en-US" altLang="en-US" sz="1400" dirty="0">
              <a:solidFill>
                <a:schemeClr val="bg1">
                  <a:lumMod val="85000"/>
                </a:schemeClr>
              </a:solidFill>
              <a:latin typeface="Inter Black" panose="02000503000000020004" charset="0"/>
              <a:ea typeface="Inter Black" panose="02000503000000020004" charset="0"/>
              <a:cs typeface="+mn-ea"/>
              <a:sym typeface="Inter Black" panose="02000503000000020004" charset="0"/>
            </a:endParaRPr>
          </a:p>
        </p:txBody>
      </p:sp>
      <p:sp>
        <p:nvSpPr>
          <p:cNvPr id="58" name="矩形 47"/>
          <p:cNvSpPr>
            <a:spLocks noChangeArrowheads="1"/>
          </p:cNvSpPr>
          <p:nvPr>
            <p:custDataLst>
              <p:tags r:id="rId10"/>
            </p:custDataLst>
          </p:nvPr>
        </p:nvSpPr>
        <p:spPr bwMode="auto">
          <a:xfrm>
            <a:off x="8206740" y="2259330"/>
            <a:ext cx="2888615" cy="1426210"/>
          </a:xfrm>
          <a:prstGeom prst="rect">
            <a:avLst/>
          </a:prstGeom>
          <a:noFill/>
          <a:ln w="9525">
            <a:noFill/>
            <a:miter lim="800000"/>
          </a:ln>
        </p:spPr>
        <p:txBody>
          <a:bodyPr wrap="square" lIns="68566" tIns="34283" rIns="68566" bIns="34283">
            <a:spAutoFit/>
          </a:bodyPr>
          <a:p>
            <a:pPr algn="l">
              <a:lnSpc>
                <a:spcPct val="158000"/>
              </a:lnSpc>
              <a:buFont typeface="Inter Black" panose="02000503000000020004" charset="0"/>
              <a:buNone/>
            </a:pPr>
            <a:r>
              <a:rPr lang="en-US" altLang="en-US" sz="1400" dirty="0">
                <a:solidFill>
                  <a:schemeClr val="bg1">
                    <a:lumMod val="85000"/>
                  </a:schemeClr>
                </a:solidFill>
                <a:latin typeface="Inter Black" panose="02000503000000020004" charset="0"/>
                <a:ea typeface="Inter Black" panose="02000503000000020004" charset="0"/>
                <a:cs typeface="+mn-ea"/>
                <a:sym typeface="Inter Black" panose="02000503000000020004" charset="0"/>
              </a:rPr>
              <a:t>Advanced sensors and AI algorithms can be added for accurate pollution prediction and analysis.</a:t>
            </a:r>
            <a:endParaRPr lang="en-US" altLang="en-US" sz="1400" dirty="0">
              <a:solidFill>
                <a:schemeClr val="bg1">
                  <a:lumMod val="85000"/>
                </a:schemeClr>
              </a:solidFill>
              <a:latin typeface="Inter Black" panose="02000503000000020004" charset="0"/>
              <a:ea typeface="Inter Black" panose="02000503000000020004" charset="0"/>
              <a:cs typeface="+mn-ea"/>
              <a:sym typeface="Inter Black" panose="02000503000000020004" charset="0"/>
            </a:endParaRPr>
          </a:p>
        </p:txBody>
      </p:sp>
    </p:spTree>
    <p:custDataLst>
      <p:tags r:id="rId1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9" name="平行四边形 8"/>
          <p:cNvSpPr/>
          <p:nvPr>
            <p:custDataLst>
              <p:tags r:id="rId1"/>
            </p:custDataLst>
          </p:nvPr>
        </p:nvSpPr>
        <p:spPr>
          <a:xfrm rot="10800000" flipH="1">
            <a:off x="5866130" y="4072890"/>
            <a:ext cx="6132830" cy="1772285"/>
          </a:xfrm>
          <a:prstGeom prst="parallelogram">
            <a:avLst>
              <a:gd name="adj" fmla="val 49444"/>
            </a:avLst>
          </a:prstGeom>
          <a:solidFill>
            <a:schemeClr val="accent3">
              <a:alpha val="10000"/>
            </a:schemeClr>
          </a:solidFill>
          <a:ln w="41275">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2" name="平行四边形 1"/>
          <p:cNvSpPr/>
          <p:nvPr>
            <p:custDataLst>
              <p:tags r:id="rId2"/>
            </p:custDataLst>
          </p:nvPr>
        </p:nvSpPr>
        <p:spPr>
          <a:xfrm rot="10800000">
            <a:off x="5876290" y="1482090"/>
            <a:ext cx="6008370" cy="1823720"/>
          </a:xfrm>
          <a:prstGeom prst="parallelogram">
            <a:avLst>
              <a:gd name="adj" fmla="val 42375"/>
            </a:avLst>
          </a:prstGeom>
          <a:solidFill>
            <a:schemeClr val="accent3">
              <a:alpha val="10000"/>
            </a:schemeClr>
          </a:solidFill>
          <a:ln w="38100">
            <a:gradFill>
              <a:gsLst>
                <a:gs pos="2000">
                  <a:schemeClr val="accent6">
                    <a:alpha val="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pic>
        <p:nvPicPr>
          <p:cNvPr id="17" name="图片 16" descr="VCG2112800586751"/>
          <p:cNvPicPr>
            <a:picLocks noChangeAspect="1"/>
          </p:cNvPicPr>
          <p:nvPr/>
        </p:nvPicPr>
        <p:blipFill>
          <a:blip r:embed="rId3">
            <a:alphaModFix amt="10000"/>
          </a:blip>
          <a:stretch>
            <a:fillRect/>
          </a:stretch>
        </p:blipFill>
        <p:spPr>
          <a:xfrm>
            <a:off x="0" y="0"/>
            <a:ext cx="12183110" cy="6858000"/>
          </a:xfrm>
          <a:prstGeom prst="rect">
            <a:avLst/>
          </a:prstGeom>
        </p:spPr>
      </p:pic>
      <p:pic>
        <p:nvPicPr>
          <p:cNvPr id="63" name="图片 62" descr="7598134"/>
          <p:cNvPicPr>
            <a:picLocks noChangeAspect="1"/>
          </p:cNvPicPr>
          <p:nvPr/>
        </p:nvPicPr>
        <p:blipFill>
          <a:blip r:embed="rId4"/>
          <a:srcRect l="16660" r="16660"/>
          <a:stretch>
            <a:fillRect/>
          </a:stretch>
        </p:blipFill>
        <p:spPr>
          <a:xfrm>
            <a:off x="1075690" y="1402715"/>
            <a:ext cx="4597400" cy="4597400"/>
          </a:xfrm>
          <a:prstGeom prst="rect">
            <a:avLst/>
          </a:prstGeom>
        </p:spPr>
      </p:pic>
      <p:sp>
        <p:nvSpPr>
          <p:cNvPr id="139" name="任意多边形: 形状 138"/>
          <p:cNvSpPr/>
          <p:nvPr>
            <p:custDataLst>
              <p:tags r:id="rId5"/>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CONCLUSION</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52" name="文本框 22"/>
          <p:cNvSpPr txBox="1"/>
          <p:nvPr/>
        </p:nvSpPr>
        <p:spPr>
          <a:xfrm>
            <a:off x="7882890" y="1581785"/>
            <a:ext cx="3220720" cy="2184400"/>
          </a:xfrm>
          <a:prstGeom prst="rect">
            <a:avLst/>
          </a:prstGeom>
          <a:ln w="12700">
            <a:miter lim="400000"/>
          </a:ln>
        </p:spPr>
        <p:txBody>
          <a:bodyPr wrap="square" lIns="25400" tIns="25400" rIns="25400" bIns="25400">
            <a:noAutofit/>
          </a:bodyPr>
          <a:lstStyle>
            <a:lvl1pPr algn="l">
              <a:lnSpc>
                <a:spcPct val="130000"/>
              </a:lnSpc>
              <a:defRPr sz="2100" b="0">
                <a:solidFill>
                  <a:srgbClr val="5E5E5E"/>
                </a:solidFill>
                <a:latin typeface="Lato Regular"/>
                <a:ea typeface="Lato Regular"/>
                <a:cs typeface="Lato Regular"/>
                <a:sym typeface="Lato Regular"/>
              </a:defRPr>
            </a:lvl1pPr>
          </a:lstStyle>
          <a:p>
            <a:pPr>
              <a:lnSpc>
                <a:spcPct val="150000"/>
              </a:lnSpc>
            </a:pPr>
            <a:r>
              <a:rPr lang="en-US" sz="1400">
                <a:solidFill>
                  <a:srgbClr val="FF0000"/>
                </a:solidFill>
                <a:latin typeface="Inter Black" panose="02000503000000020004" charset="0"/>
                <a:ea typeface="Inter Black" panose="02000503000000020004" charset="0"/>
                <a:cs typeface="Inter Black" panose="02000503000000020004" charset="0"/>
                <a:sym typeface="Inter Black" panose="02000503000000020004" charset="0"/>
              </a:rPr>
              <a:t>This project has given us an enriching experience on how to connect, code, integrate and use various sensors. It has also given us the knowledge on how to operate micro controllers</a:t>
            </a:r>
            <a:endParaRPr lang="en-US" sz="1400">
              <a:solidFill>
                <a:srgbClr val="FF0000"/>
              </a:solidFill>
              <a:latin typeface="Inter Black" panose="02000503000000020004" charset="0"/>
              <a:ea typeface="Inter Black" panose="02000503000000020004" charset="0"/>
              <a:cs typeface="Inter Black" panose="02000503000000020004" charset="0"/>
              <a:sym typeface="Inter Black" panose="02000503000000020004" charset="0"/>
            </a:endParaRPr>
          </a:p>
        </p:txBody>
      </p:sp>
      <p:sp>
        <p:nvSpPr>
          <p:cNvPr id="53" name="文本框 52"/>
          <p:cNvSpPr txBox="1"/>
          <p:nvPr/>
        </p:nvSpPr>
        <p:spPr>
          <a:xfrm>
            <a:off x="7882890" y="1754505"/>
            <a:ext cx="3425190" cy="358140"/>
          </a:xfrm>
          <a:prstGeom prst="rect">
            <a:avLst/>
          </a:prstGeom>
          <a:ln w="12700">
            <a:miter lim="400000"/>
          </a:ln>
        </p:spPr>
        <p:txBody>
          <a:bodyPr wrap="square" lIns="25400" tIns="25400" rIns="25400" bIns="25400" anchor="ctr">
            <a:spAutoFit/>
          </a:bodyPr>
          <a:lstStyle>
            <a:lvl1pPr algn="l">
              <a:defRPr sz="2700" b="0">
                <a:latin typeface="Roboto Slab Bold"/>
                <a:ea typeface="Roboto Slab Bold"/>
                <a:cs typeface="Roboto Slab Bold"/>
                <a:sym typeface="Roboto Slab Bold"/>
              </a:defRPr>
            </a:lvl1pPr>
          </a:lstStyle>
          <a:p>
            <a:r>
              <a:rPr lang="zh-CN" altLang="en-US" sz="2000" dirty="0">
                <a:solidFill>
                  <a:schemeClr val="accent6"/>
                </a:solidFill>
                <a:latin typeface="Inter Black" panose="02000503000000020004" charset="0"/>
                <a:ea typeface="Inter Black" panose="02000503000000020004" charset="0"/>
                <a:cs typeface="Inter Black" panose="02000503000000020004" charset="0"/>
                <a:sym typeface="Inter Black" panose="02000503000000020004" charset="0"/>
              </a:rPr>
              <a:t> </a:t>
            </a:r>
            <a:endParaRPr lang="zh-CN" altLang="en-US" sz="2000" dirty="0">
              <a:solidFill>
                <a:schemeClr val="accent6"/>
              </a:solidFill>
              <a:latin typeface="Inter Black" panose="02000503000000020004" charset="0"/>
              <a:ea typeface="Inter Black" panose="02000503000000020004" charset="0"/>
              <a:cs typeface="Inter Black" panose="02000503000000020004" charset="0"/>
              <a:sym typeface="Inter Black" panose="02000503000000020004" charset="0"/>
            </a:endParaRPr>
          </a:p>
        </p:txBody>
      </p:sp>
      <p:sp>
        <p:nvSpPr>
          <p:cNvPr id="54" name="文本框 53"/>
          <p:cNvSpPr txBox="1"/>
          <p:nvPr/>
        </p:nvSpPr>
        <p:spPr>
          <a:xfrm>
            <a:off x="7882890" y="4558665"/>
            <a:ext cx="3220720" cy="1019810"/>
          </a:xfrm>
          <a:prstGeom prst="rect">
            <a:avLst/>
          </a:prstGeom>
          <a:ln w="12700">
            <a:miter lim="400000"/>
          </a:ln>
        </p:spPr>
        <p:txBody>
          <a:bodyPr wrap="square" lIns="25400" tIns="25400" rIns="25400" bIns="25400">
            <a:spAutoFit/>
          </a:bodyPr>
          <a:lstStyle>
            <a:lvl1pPr algn="l">
              <a:lnSpc>
                <a:spcPct val="130000"/>
              </a:lnSpc>
              <a:defRPr sz="2100" b="0">
                <a:solidFill>
                  <a:srgbClr val="5E5E5E"/>
                </a:solidFill>
                <a:latin typeface="Lato Regular"/>
                <a:ea typeface="Lato Regular"/>
                <a:cs typeface="Lato Regular"/>
                <a:sym typeface="Lato Regular"/>
              </a:defRPr>
            </a:lvl1pPr>
          </a:lstStyle>
          <a:p>
            <a:pPr>
              <a:lnSpc>
                <a:spcPct val="150000"/>
              </a:lnSpc>
            </a:pPr>
            <a:r>
              <a:rPr lang="en-US" sz="1400" dirty="0" err="1">
                <a:solidFill>
                  <a:srgbClr val="FF0000"/>
                </a:solidFill>
                <a:latin typeface="Inter Black" panose="02000503000000020004" charset="0"/>
                <a:ea typeface="Inter Black" panose="02000503000000020004" charset="0"/>
                <a:cs typeface="Inter Black" panose="02000503000000020004" charset="0"/>
                <a:sym typeface="Inter Black" panose="02000503000000020004" charset="0"/>
              </a:rPr>
              <a:t>It has helped us improve our critical thinking skills and technical skills as well</a:t>
            </a:r>
            <a:endParaRPr lang="en-US" sz="1400" dirty="0" err="1">
              <a:solidFill>
                <a:srgbClr val="FF0000"/>
              </a:solidFill>
              <a:latin typeface="Inter Black" panose="02000503000000020004" charset="0"/>
              <a:ea typeface="Inter Black" panose="02000503000000020004" charset="0"/>
              <a:cs typeface="Inter Black" panose="02000503000000020004" charset="0"/>
              <a:sym typeface="Inter Black" panose="02000503000000020004" charset="0"/>
            </a:endParaRPr>
          </a:p>
        </p:txBody>
      </p:sp>
      <p:sp>
        <p:nvSpPr>
          <p:cNvPr id="55" name="文本框 25"/>
          <p:cNvSpPr txBox="1"/>
          <p:nvPr/>
        </p:nvSpPr>
        <p:spPr>
          <a:xfrm>
            <a:off x="7882890" y="4255770"/>
            <a:ext cx="3097530" cy="358140"/>
          </a:xfrm>
          <a:prstGeom prst="rect">
            <a:avLst/>
          </a:prstGeom>
          <a:ln w="12700">
            <a:miter lim="400000"/>
          </a:ln>
        </p:spPr>
        <p:txBody>
          <a:bodyPr wrap="square" lIns="25400" tIns="25400" rIns="25400" bIns="25400" anchor="ctr">
            <a:spAutoFit/>
          </a:bodyPr>
          <a:lstStyle>
            <a:lvl1pPr algn="l">
              <a:defRPr sz="2700" b="0">
                <a:latin typeface="Roboto Slab Bold"/>
                <a:ea typeface="Roboto Slab Bold"/>
                <a:cs typeface="Roboto Slab Bold"/>
                <a:sym typeface="Roboto Slab Bold"/>
              </a:defRPr>
            </a:lvl1pPr>
          </a:lstStyle>
          <a:p>
            <a:r>
              <a:rPr lang="zh-CN" altLang="en-US" sz="2000" dirty="0">
                <a:solidFill>
                  <a:schemeClr val="accent1"/>
                </a:solidFill>
                <a:latin typeface="Inter Black" panose="02000503000000020004" charset="0"/>
                <a:ea typeface="Inter Black" panose="02000503000000020004" charset="0"/>
                <a:cs typeface="Inter Black" panose="02000503000000020004" charset="0"/>
                <a:sym typeface="Inter Black" panose="02000503000000020004" charset="0"/>
              </a:rPr>
              <a:t> </a:t>
            </a:r>
            <a:endParaRPr lang="zh-CN" altLang="en-US" sz="2000" dirty="0">
              <a:solidFill>
                <a:schemeClr val="accent1"/>
              </a:solidFill>
              <a:latin typeface="Inter Black" panose="02000503000000020004" charset="0"/>
              <a:ea typeface="Inter Black" panose="02000503000000020004" charset="0"/>
              <a:cs typeface="Inter Black" panose="02000503000000020004" charset="0"/>
              <a:sym typeface="Inter Black" panose="02000503000000020004" charset="0"/>
            </a:endParaRPr>
          </a:p>
        </p:txBody>
      </p:sp>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5" name="图片 14" descr="VCG2112800586751"/>
          <p:cNvPicPr>
            <a:picLocks noChangeAspect="1"/>
          </p:cNvPicPr>
          <p:nvPr/>
        </p:nvPicPr>
        <p:blipFill>
          <a:blip r:embed="rId1">
            <a:alphaModFix amt="20000"/>
          </a:blip>
          <a:stretch>
            <a:fillRect/>
          </a:stretch>
        </p:blipFill>
        <p:spPr>
          <a:xfrm flipH="1">
            <a:off x="4445" y="0"/>
            <a:ext cx="12183110" cy="6858000"/>
          </a:xfrm>
          <a:prstGeom prst="rect">
            <a:avLst/>
          </a:prstGeom>
        </p:spPr>
      </p:pic>
      <p:sp>
        <p:nvSpPr>
          <p:cNvPr id="55" name="半闭框 54"/>
          <p:cNvSpPr/>
          <p:nvPr/>
        </p:nvSpPr>
        <p:spPr>
          <a:xfrm rot="10800000" flipH="1" flipV="1">
            <a:off x="411554" y="2811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11538024" y="627177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nvGrpSpPr>
          <p:cNvPr id="27" name="组合 26"/>
          <p:cNvGrpSpPr/>
          <p:nvPr/>
        </p:nvGrpSpPr>
        <p:grpSpPr>
          <a:xfrm>
            <a:off x="381000" y="2009140"/>
            <a:ext cx="11430635" cy="2839720"/>
            <a:chOff x="264" y="3164"/>
            <a:chExt cx="18001" cy="4472"/>
          </a:xfrm>
        </p:grpSpPr>
        <p:grpSp>
          <p:nvGrpSpPr>
            <p:cNvPr id="25" name="组合 24"/>
            <p:cNvGrpSpPr/>
            <p:nvPr/>
          </p:nvGrpSpPr>
          <p:grpSpPr>
            <a:xfrm>
              <a:off x="264" y="3395"/>
              <a:ext cx="3779" cy="4010"/>
              <a:chOff x="264" y="3729"/>
              <a:chExt cx="3779" cy="4010"/>
            </a:xfrm>
          </p:grpSpPr>
          <p:cxnSp>
            <p:nvCxnSpPr>
              <p:cNvPr id="16" name="直接连接符 15"/>
              <p:cNvCxnSpPr/>
              <p:nvPr/>
            </p:nvCxnSpPr>
            <p:spPr>
              <a:xfrm flipH="1">
                <a:off x="1271" y="3729"/>
                <a:ext cx="2773" cy="4010"/>
              </a:xfrm>
              <a:prstGeom prst="line">
                <a:avLst/>
              </a:prstGeom>
              <a:ln>
                <a:gradFill>
                  <a:gsLst>
                    <a:gs pos="29000">
                      <a:schemeClr val="accent1"/>
                    </a:gs>
                    <a:gs pos="100000">
                      <a:srgbClr val="0439D9">
                        <a:alpha val="0"/>
                      </a:srgb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64" y="3729"/>
                <a:ext cx="2773" cy="4010"/>
              </a:xfrm>
              <a:prstGeom prst="line">
                <a:avLst/>
              </a:prstGeom>
              <a:ln>
                <a:gradFill>
                  <a:gsLst>
                    <a:gs pos="29000">
                      <a:schemeClr val="accent1"/>
                    </a:gs>
                    <a:gs pos="100000">
                      <a:srgbClr val="0439D9">
                        <a:alpha val="0"/>
                      </a:srgbClr>
                    </a:gs>
                  </a:gsLst>
                  <a:lin ang="0" scaled="1"/>
                </a:gra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14486" y="3395"/>
              <a:ext cx="3779" cy="4010"/>
              <a:chOff x="14486" y="3395"/>
              <a:chExt cx="3779" cy="4010"/>
            </a:xfrm>
          </p:grpSpPr>
          <p:cxnSp>
            <p:nvCxnSpPr>
              <p:cNvPr id="21" name="直接连接符 20"/>
              <p:cNvCxnSpPr/>
              <p:nvPr/>
            </p:nvCxnSpPr>
            <p:spPr>
              <a:xfrm flipH="1">
                <a:off x="15493" y="3395"/>
                <a:ext cx="2773" cy="4010"/>
              </a:xfrm>
              <a:prstGeom prst="line">
                <a:avLst/>
              </a:prstGeom>
              <a:ln>
                <a:gradFill>
                  <a:gsLst>
                    <a:gs pos="29000">
                      <a:schemeClr val="accent6"/>
                    </a:gs>
                    <a:gs pos="100000">
                      <a:schemeClr val="accent6">
                        <a:alpha val="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14486" y="3395"/>
                <a:ext cx="2773" cy="4010"/>
              </a:xfrm>
              <a:prstGeom prst="line">
                <a:avLst/>
              </a:prstGeom>
              <a:ln>
                <a:gradFill>
                  <a:gsLst>
                    <a:gs pos="29000">
                      <a:schemeClr val="accent6"/>
                    </a:gs>
                    <a:gs pos="100000">
                      <a:schemeClr val="accent6">
                        <a:alpha val="0"/>
                      </a:schemeClr>
                    </a:gs>
                  </a:gsLst>
                  <a:lin ang="0" scaled="1"/>
                </a:gra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1999" y="3164"/>
              <a:ext cx="14378" cy="4472"/>
              <a:chOff x="1999" y="3283"/>
              <a:chExt cx="14378" cy="4472"/>
            </a:xfrm>
          </p:grpSpPr>
          <p:grpSp>
            <p:nvGrpSpPr>
              <p:cNvPr id="4" name="组合 3"/>
              <p:cNvGrpSpPr/>
              <p:nvPr/>
            </p:nvGrpSpPr>
            <p:grpSpPr>
              <a:xfrm>
                <a:off x="1999" y="3283"/>
                <a:ext cx="14378" cy="4472"/>
                <a:chOff x="3417" y="3934"/>
                <a:chExt cx="11388" cy="3542"/>
              </a:xfrm>
            </p:grpSpPr>
            <p:sp>
              <p:nvSpPr>
                <p:cNvPr id="64" name="平行四边形 63"/>
                <p:cNvSpPr/>
                <p:nvPr>
                  <p:custDataLst>
                    <p:tags r:id="rId2"/>
                  </p:custDataLst>
                </p:nvPr>
              </p:nvSpPr>
              <p:spPr>
                <a:xfrm rot="10800000">
                  <a:off x="4267" y="3934"/>
                  <a:ext cx="10538" cy="3119"/>
                </a:xfrm>
                <a:prstGeom prst="parallelogram">
                  <a:avLst>
                    <a:gd name="adj" fmla="val 68862"/>
                  </a:avLst>
                </a:prstGeom>
                <a:solidFill>
                  <a:schemeClr val="accent3">
                    <a:alpha val="15000"/>
                  </a:schemeClr>
                </a:solidFill>
                <a:ln w="38100">
                  <a:gradFill>
                    <a:gsLst>
                      <a:gs pos="2000">
                        <a:schemeClr val="accent6">
                          <a:alpha val="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63" name="平行四边形 62"/>
                <p:cNvSpPr/>
                <p:nvPr>
                  <p:custDataLst>
                    <p:tags r:id="rId3"/>
                  </p:custDataLst>
                </p:nvPr>
              </p:nvSpPr>
              <p:spPr>
                <a:xfrm rot="10800000">
                  <a:off x="3417" y="4357"/>
                  <a:ext cx="10537" cy="3119"/>
                </a:xfrm>
                <a:prstGeom prst="parallelogram">
                  <a:avLst>
                    <a:gd name="adj" fmla="val 68862"/>
                  </a:avLst>
                </a:prstGeom>
                <a:noFill/>
                <a:ln w="41275">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65" name="文本框 64"/>
              <p:cNvSpPr txBox="1"/>
              <p:nvPr/>
            </p:nvSpPr>
            <p:spPr>
              <a:xfrm flipH="1">
                <a:off x="7526" y="4535"/>
                <a:ext cx="6169" cy="1113"/>
              </a:xfrm>
              <a:prstGeom prst="rect">
                <a:avLst/>
              </a:prstGeom>
              <a:noFill/>
            </p:spPr>
            <p:txBody>
              <a:bodyPr wrap="square" rtlCol="0">
                <a:spAutoFit/>
              </a:bodyPr>
              <a:p>
                <a:pPr algn="ctr"/>
                <a:r>
                  <a:rPr lang="en-US" altLang="zh-CN" sz="4000" i="1" cap="all" dirty="0">
                    <a:solidFill>
                      <a:schemeClr val="bg2"/>
                    </a:solidFill>
                    <a:uFillTx/>
                    <a:latin typeface="Inter Black" panose="02000503000000020004" charset="0"/>
                    <a:ea typeface="Inter Black" panose="02000503000000020004" charset="0"/>
                    <a:cs typeface="Inter" panose="02000503000000020004" charset="0"/>
                  </a:rPr>
                  <a:t>THANK YOU</a:t>
                </a:r>
                <a:endParaRPr lang="en-US" altLang="zh-CN" sz="4000" i="1" cap="all" dirty="0">
                  <a:solidFill>
                    <a:schemeClr val="bg2"/>
                  </a:solidFill>
                  <a:uFillTx/>
                  <a:latin typeface="Inter Black" panose="02000503000000020004" charset="0"/>
                  <a:ea typeface="Inter Black" panose="02000503000000020004" charset="0"/>
                  <a:cs typeface="Inter" panose="02000503000000020004" charset="0"/>
                </a:endParaRPr>
              </a:p>
            </p:txBody>
          </p:sp>
          <p:sp>
            <p:nvSpPr>
              <p:cNvPr id="8" name="文本框 7"/>
              <p:cNvSpPr txBox="1"/>
              <p:nvPr>
                <p:custDataLst>
                  <p:tags r:id="rId4"/>
                </p:custDataLst>
              </p:nvPr>
            </p:nvSpPr>
            <p:spPr>
              <a:xfrm flipH="1">
                <a:off x="4929" y="3998"/>
                <a:ext cx="3927" cy="2931"/>
              </a:xfrm>
              <a:prstGeom prst="rect">
                <a:avLst/>
              </a:prstGeom>
              <a:noFill/>
            </p:spPr>
            <p:txBody>
              <a:bodyPr wrap="square" rtlCol="0">
                <a:spAutoFit/>
              </a:bodyPr>
              <a:p>
                <a:pPr algn="ctr"/>
                <a:endParaRPr lang="en-US" altLang="zh-CN" sz="11500" i="1" dirty="0">
                  <a:ln>
                    <a:solidFill>
                      <a:schemeClr val="bg1"/>
                    </a:solidFill>
                  </a:ln>
                  <a:noFill/>
                  <a:latin typeface="Inter Black" panose="02000503000000020004" charset="0"/>
                  <a:ea typeface="Inter Black" panose="02000503000000020004" charset="0"/>
                  <a:cs typeface="Inter" panose="02000503000000020004" charset="0"/>
                </a:endParaRPr>
              </a:p>
            </p:txBody>
          </p:sp>
          <p:sp>
            <p:nvSpPr>
              <p:cNvPr id="23" name="文本框 22"/>
              <p:cNvSpPr txBox="1"/>
              <p:nvPr>
                <p:custDataLst>
                  <p:tags r:id="rId5"/>
                </p:custDataLst>
              </p:nvPr>
            </p:nvSpPr>
            <p:spPr>
              <a:xfrm>
                <a:off x="8237" y="6007"/>
                <a:ext cx="4478" cy="337"/>
              </a:xfrm>
              <a:prstGeom prst="rect">
                <a:avLst/>
              </a:prstGeom>
              <a:noFill/>
            </p:spPr>
            <p:txBody>
              <a:bodyPr wrap="square" rtlCol="0" anchor="t">
                <a:spAutoFit/>
              </a:bodyPr>
              <a:p>
                <a:pPr algn="dist"/>
                <a:endParaRPr sz="800" i="1" cap="all">
                  <a:ln>
                    <a:noFill/>
                  </a:ln>
                  <a:solidFill>
                    <a:schemeClr val="bg1">
                      <a:alpha val="50000"/>
                    </a:schemeClr>
                  </a:solidFill>
                  <a:uFillTx/>
                  <a:latin typeface="Inter Black" panose="02000503000000020004" charset="0"/>
                  <a:ea typeface="Inter Black" panose="02000503000000020004" charset="0"/>
                  <a:cs typeface="Inter Black" panose="02000503000000020004" charset="0"/>
                  <a:sym typeface="+mn-ea"/>
                </a:endParaRPr>
              </a:p>
            </p:txBody>
          </p:sp>
        </p:grpSp>
      </p:grpSp>
    </p:spTree>
    <p:custDataLst>
      <p:tags r:id="rId6"/>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2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8.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2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BRIGHTNESS" val="0"/>
  <p:tag name="KSO_WM_UNIT_LINE_FORE_SCHEMECOLOR_INDEX" val="6"/>
  <p:tag name="KSO_WM_UNIT_LINE_FILL_TYPE" val="2"/>
</p:tagLst>
</file>

<file path=ppt/tags/tag130.xml><?xml version="1.0" encoding="utf-8"?>
<p:tagLst xmlns:p="http://schemas.openxmlformats.org/presentationml/2006/main">
  <p:tag name="KSO_WM_UNIT_LINE_FORE_SCHEMECOLOR_INDEX_1_BRIGHTNESS" val="-0.25"/>
  <p:tag name="KSO_WM_UNIT_LINE_FORE_SCHEMECOLOR_INDEX_1" val="16"/>
  <p:tag name="KSO_WM_UNIT_LINE_FORE_SCHEMECOLOR_INDEX_1_POS" val="0.3"/>
  <p:tag name="KSO_WM_UNIT_LINE_FORE_SCHEMECOLOR_INDEX_1_TRANS" val="1"/>
  <p:tag name="KSO_WM_UNIT_LINE_FORE_SCHEMECOLOR_INDEX_2_BRIGHTNESS" val="-0.25"/>
  <p:tag name="KSO_WM_UNIT_LINE_FORE_SCHEMECOLOR_INDEX_2" val="16"/>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TEXT_FILL_FORE_SCHEMECOLOR_INDEX_BRIGHTNESS" val="0"/>
  <p:tag name="KSO_WM_UNIT_TEXT_FILL_FORE_SCHEMECOLOR_INDEX" val="2"/>
  <p:tag name="KSO_WM_UNIT_TEXT_FILL_TYPE" val="1"/>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1"/>
  <p:tag name="KSO_WM_UNIT_FILL_GRADIENT_TYPE" val="0"/>
  <p:tag name="KSO_WM_UNIT_FILL_GRADIENT_ANGLE" val="30"/>
  <p:tag name="KSO_WM_UNIT_FILL_GRADIENT_Direction" val="-2"/>
  <p:tag name="KSO_WM_UNIT_FILL_TYPE" val="3"/>
</p:tagLst>
</file>

<file path=ppt/tags/tag131.xml><?xml version="1.0" encoding="utf-8"?>
<p:tagLst xmlns:p="http://schemas.openxmlformats.org/presentationml/2006/main">
  <p:tag name="KSO_WM_UNIT_LINE_FORE_SCHEMECOLOR_INDEX_1_BRIGHTNESS" val="-0.25"/>
  <p:tag name="KSO_WM_UNIT_LINE_FORE_SCHEMECOLOR_INDEX_1" val="16"/>
  <p:tag name="KSO_WM_UNIT_LINE_FORE_SCHEMECOLOR_INDEX_1_POS" val="0.3"/>
  <p:tag name="KSO_WM_UNIT_LINE_FORE_SCHEMECOLOR_INDEX_1_TRANS" val="1"/>
  <p:tag name="KSO_WM_UNIT_LINE_FORE_SCHEMECOLOR_INDEX_2_BRIGHTNESS" val="-0.25"/>
  <p:tag name="KSO_WM_UNIT_LINE_FORE_SCHEMECOLOR_INDEX_2" val="16"/>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TEXT_FILL_FORE_SCHEMECOLOR_INDEX_BRIGHTNESS" val="0"/>
  <p:tag name="KSO_WM_UNIT_TEXT_FILL_FORE_SCHEMECOLOR_INDEX" val="2"/>
  <p:tag name="KSO_WM_UNIT_TEXT_FILL_TYPE" val="1"/>
</p:tagLst>
</file>

<file path=ppt/tags/tag132.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3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35.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36.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37.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8.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9.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40.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41.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4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4.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45.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4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8.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9.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50.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5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53.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Lst>
</file>

<file path=ppt/tags/tag15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5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56.xml><?xml version="1.0" encoding="utf-8"?>
<p:tagLst xmlns:p="http://schemas.openxmlformats.org/presentationml/2006/main">
  <p:tag name="KSO_WM_UNIT_TEXT_FILL_FORE_SCHEMECOLOR_INDEX_BRIGHTNESS" val="-0.35"/>
  <p:tag name="KSO_WM_UNIT_TEXT_FILL_FORE_SCHEMECOLOR_INDEX" val="14"/>
  <p:tag name="KSO_WM_UNIT_TEXT_FILL_TYPE" val="1"/>
</p:tagLst>
</file>

<file path=ppt/tags/tag157.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Lst>
</file>

<file path=ppt/tags/tag158.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59.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60.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Lst>
</file>

<file path=ppt/tags/tag161.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6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63.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Lst>
</file>

<file path=ppt/tags/tag16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6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66.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Lst>
</file>

<file path=ppt/tags/tag16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68.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69.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Lst>
</file>

<file path=ppt/tags/tag170.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71.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74.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1_BRIGHTNESS" val="0"/>
  <p:tag name="KSO_WM_UNIT_LINE_FORE_SCHEMECOLOR_INDEX_1" val="8"/>
  <p:tag name="KSO_WM_UNIT_LINE_FORE_SCHEMECOLOR_INDEX_1_POS" val="0.02"/>
  <p:tag name="KSO_WM_UNIT_LINE_FORE_SCHEMECOLOR_INDEX_1_TRANS" val="1"/>
  <p:tag name="KSO_WM_UNIT_LINE_FORE_SCHEMECOLOR_INDEX_2_BRIGHTNESS" val="0"/>
  <p:tag name="KSO_WM_UNIT_LINE_FORE_SCHEMECOLOR_INDEX_2" val="8"/>
  <p:tag name="KSO_WM_UNIT_LINE_FORE_SCHEMECOLOR_INDEX_2_POS" val="0.5"/>
  <p:tag name="KSO_WM_UNIT_LINE_FORE_SCHEMECOLOR_INDEX_2_TRANS" val="0"/>
  <p:tag name="KSO_WM_UNIT_LINE_FORE_SCHEMECOLOR_INDEX_3_BRIGHTNESS" val="0"/>
  <p:tag name="KSO_WM_UNIT_LINE_FORE_SCHEMECOLOR_INDEX_3" val="8"/>
  <p:tag name="KSO_WM_UNIT_LINE_FORE_SCHEMECOLOR_INDEX_3_POS" val="1"/>
  <p:tag name="KSO_WM_UNIT_LINE_FORE_SCHEMECOLOR_INDEX_3_TRANS" val="1"/>
  <p:tag name="KSO_WM_UNIT_LINE_GRADIENT_TYPE" val="0"/>
  <p:tag name="KSO_WM_UNIT_LINE_GRADIENT_ANGLE" val="0"/>
  <p:tag name="KSO_WM_UNIT_LINE_GRADIENT_Direction" val="3"/>
  <p:tag name="KSO_WM_UNIT_LINE_FILL_TYPE" val="5"/>
</p:tagLst>
</file>

<file path=ppt/tags/tag175.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Lst>
</file>

<file path=ppt/tags/tag17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7.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80.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1.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1_BRIGHTNESS" val="0"/>
  <p:tag name="KSO_WM_UNIT_LINE_FORE_SCHEMECOLOR_INDEX_1" val="8"/>
  <p:tag name="KSO_WM_UNIT_LINE_FORE_SCHEMECOLOR_INDEX_1_POS" val="0.02"/>
  <p:tag name="KSO_WM_UNIT_LINE_FORE_SCHEMECOLOR_INDEX_1_TRANS" val="1"/>
  <p:tag name="KSO_WM_UNIT_LINE_FORE_SCHEMECOLOR_INDEX_2_BRIGHTNESS" val="0"/>
  <p:tag name="KSO_WM_UNIT_LINE_FORE_SCHEMECOLOR_INDEX_2" val="8"/>
  <p:tag name="KSO_WM_UNIT_LINE_FORE_SCHEMECOLOR_INDEX_2_POS" val="0.5"/>
  <p:tag name="KSO_WM_UNIT_LINE_FORE_SCHEMECOLOR_INDEX_2_TRANS" val="0"/>
  <p:tag name="KSO_WM_UNIT_LINE_FORE_SCHEMECOLOR_INDEX_3_BRIGHTNESS" val="0"/>
  <p:tag name="KSO_WM_UNIT_LINE_FORE_SCHEMECOLOR_INDEX_3" val="8"/>
  <p:tag name="KSO_WM_UNIT_LINE_FORE_SCHEMECOLOR_INDEX_3_POS" val="1"/>
  <p:tag name="KSO_WM_UNIT_LINE_FORE_SCHEMECOLOR_INDEX_3_TRANS" val="1"/>
  <p:tag name="KSO_WM_UNIT_LINE_GRADIENT_TYPE" val="0"/>
  <p:tag name="KSO_WM_UNIT_LINE_GRADIENT_ANGLE" val="0"/>
  <p:tag name="KSO_WM_UNIT_LINE_GRADIENT_Direction" val="3"/>
  <p:tag name="KSO_WM_UNIT_LINE_FILL_TYPE" val="5"/>
</p:tagLst>
</file>

<file path=ppt/tags/tag18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4.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1_BRIGHTNESS" val="0"/>
  <p:tag name="KSO_WM_UNIT_LINE_FORE_SCHEMECOLOR_INDEX_1" val="8"/>
  <p:tag name="KSO_WM_UNIT_LINE_FORE_SCHEMECOLOR_INDEX_1_POS" val="0.02"/>
  <p:tag name="KSO_WM_UNIT_LINE_FORE_SCHEMECOLOR_INDEX_1_TRANS" val="1"/>
  <p:tag name="KSO_WM_UNIT_LINE_FORE_SCHEMECOLOR_INDEX_2_BRIGHTNESS" val="0"/>
  <p:tag name="KSO_WM_UNIT_LINE_FORE_SCHEMECOLOR_INDEX_2" val="8"/>
  <p:tag name="KSO_WM_UNIT_LINE_FORE_SCHEMECOLOR_INDEX_2_POS" val="0.5"/>
  <p:tag name="KSO_WM_UNIT_LINE_FORE_SCHEMECOLOR_INDEX_2_TRANS" val="0"/>
  <p:tag name="KSO_WM_UNIT_LINE_FORE_SCHEMECOLOR_INDEX_3_BRIGHTNESS" val="0"/>
  <p:tag name="KSO_WM_UNIT_LINE_FORE_SCHEMECOLOR_INDEX_3" val="8"/>
  <p:tag name="KSO_WM_UNIT_LINE_FORE_SCHEMECOLOR_INDEX_3_POS" val="1"/>
  <p:tag name="KSO_WM_UNIT_LINE_FORE_SCHEMECOLOR_INDEX_3_TRANS" val="1"/>
  <p:tag name="KSO_WM_UNIT_LINE_GRADIENT_TYPE" val="0"/>
  <p:tag name="KSO_WM_UNIT_LINE_GRADIENT_ANGLE" val="0"/>
  <p:tag name="KSO_WM_UNIT_LINE_GRADIENT_Direction" val="3"/>
  <p:tag name="KSO_WM_UNIT_LINE_FILL_TYPE" val="5"/>
</p:tagLst>
</file>

<file path=ppt/tags/tag185.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Lst>
</file>

<file path=ppt/tags/tag186.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8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8.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1_BRIGHTNESS" val="0"/>
  <p:tag name="KSO_WM_UNIT_LINE_FORE_SCHEMECOLOR_INDEX_1" val="8"/>
  <p:tag name="KSO_WM_UNIT_LINE_FORE_SCHEMECOLOR_INDEX_1_POS" val="0.02"/>
  <p:tag name="KSO_WM_UNIT_LINE_FORE_SCHEMECOLOR_INDEX_1_TRANS" val="1"/>
  <p:tag name="KSO_WM_UNIT_LINE_FORE_SCHEMECOLOR_INDEX_2_BRIGHTNESS" val="0"/>
  <p:tag name="KSO_WM_UNIT_LINE_FORE_SCHEMECOLOR_INDEX_2" val="8"/>
  <p:tag name="KSO_WM_UNIT_LINE_FORE_SCHEMECOLOR_INDEX_2_POS" val="0.5"/>
  <p:tag name="KSO_WM_UNIT_LINE_FORE_SCHEMECOLOR_INDEX_2_TRANS" val="0"/>
  <p:tag name="KSO_WM_UNIT_LINE_FORE_SCHEMECOLOR_INDEX_3_BRIGHTNESS" val="0"/>
  <p:tag name="KSO_WM_UNIT_LINE_FORE_SCHEMECOLOR_INDEX_3" val="8"/>
  <p:tag name="KSO_WM_UNIT_LINE_FORE_SCHEMECOLOR_INDEX_3_POS" val="1"/>
  <p:tag name="KSO_WM_UNIT_LINE_FORE_SCHEMECOLOR_INDEX_3_TRANS" val="1"/>
  <p:tag name="KSO_WM_UNIT_LINE_GRADIENT_TYPE" val="0"/>
  <p:tag name="KSO_WM_UNIT_LINE_GRADIENT_ANGLE" val="0"/>
  <p:tag name="KSO_WM_UNIT_LINE_GRADIENT_Direction" val="3"/>
  <p:tag name="KSO_WM_UNIT_LINE_FILL_TYPE" val="5"/>
</p:tagLst>
</file>

<file path=ppt/tags/tag18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90.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3.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6.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9.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0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0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07.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208.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09.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10.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11.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1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3.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1_BRIGHTNESS" val="0"/>
  <p:tag name="KSO_WM_UNIT_LINE_FORE_SCHEMECOLOR_INDEX_1" val="8"/>
  <p:tag name="KSO_WM_UNIT_LINE_FORE_SCHEMECOLOR_INDEX_1_POS" val="0.02"/>
  <p:tag name="KSO_WM_UNIT_LINE_FORE_SCHEMECOLOR_INDEX_1_TRANS" val="1"/>
  <p:tag name="KSO_WM_UNIT_LINE_FORE_SCHEMECOLOR_INDEX_2_BRIGHTNESS" val="0"/>
  <p:tag name="KSO_WM_UNIT_LINE_FORE_SCHEMECOLOR_INDEX_2" val="8"/>
  <p:tag name="KSO_WM_UNIT_LINE_FORE_SCHEMECOLOR_INDEX_2_POS" val="0.5"/>
  <p:tag name="KSO_WM_UNIT_LINE_FORE_SCHEMECOLOR_INDEX_2_TRANS" val="0"/>
  <p:tag name="KSO_WM_UNIT_LINE_FORE_SCHEMECOLOR_INDEX_3_BRIGHTNESS" val="0"/>
  <p:tag name="KSO_WM_UNIT_LINE_FORE_SCHEMECOLOR_INDEX_3" val="8"/>
  <p:tag name="KSO_WM_UNIT_LINE_FORE_SCHEMECOLOR_INDEX_3_POS" val="1"/>
  <p:tag name="KSO_WM_UNIT_LINE_FORE_SCHEMECOLOR_INDEX_3_TRANS" val="1"/>
  <p:tag name="KSO_WM_UNIT_LINE_GRADIENT_TYPE" val="0"/>
  <p:tag name="KSO_WM_UNIT_LINE_GRADIENT_ANGLE" val="0"/>
  <p:tag name="KSO_WM_UNIT_LINE_GRADIENT_Direction" val="3"/>
  <p:tag name="KSO_WM_UNIT_LINE_FILL_TYPE" val="5"/>
</p:tagLst>
</file>

<file path=ppt/tags/tag21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15.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21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18.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1_BRIGHTNESS" val="0"/>
  <p:tag name="KSO_WM_UNIT_LINE_FORE_SCHEMECOLOR_INDEX_1" val="8"/>
  <p:tag name="KSO_WM_UNIT_LINE_FORE_SCHEMECOLOR_INDEX_1_POS" val="0.02"/>
  <p:tag name="KSO_WM_UNIT_LINE_FORE_SCHEMECOLOR_INDEX_1_TRANS" val="1"/>
  <p:tag name="KSO_WM_UNIT_LINE_FORE_SCHEMECOLOR_INDEX_2_BRIGHTNESS" val="0"/>
  <p:tag name="KSO_WM_UNIT_LINE_FORE_SCHEMECOLOR_INDEX_2" val="8"/>
  <p:tag name="KSO_WM_UNIT_LINE_FORE_SCHEMECOLOR_INDEX_2_POS" val="0.5"/>
  <p:tag name="KSO_WM_UNIT_LINE_FORE_SCHEMECOLOR_INDEX_2_TRANS" val="0"/>
  <p:tag name="KSO_WM_UNIT_LINE_FORE_SCHEMECOLOR_INDEX_3_BRIGHTNESS" val="0"/>
  <p:tag name="KSO_WM_UNIT_LINE_FORE_SCHEMECOLOR_INDEX_3" val="8"/>
  <p:tag name="KSO_WM_UNIT_LINE_FORE_SCHEMECOLOR_INDEX_3_POS" val="1"/>
  <p:tag name="KSO_WM_UNIT_LINE_FORE_SCHEMECOLOR_INDEX_3_TRANS" val="1"/>
  <p:tag name="KSO_WM_UNIT_LINE_GRADIENT_TYPE" val="0"/>
  <p:tag name="KSO_WM_UNIT_LINE_GRADIENT_ANGLE" val="0"/>
  <p:tag name="KSO_WM_UNIT_LINE_GRADIENT_Direction" val="3"/>
  <p:tag name="KSO_WM_UNIT_LINE_FILL_TYPE" val="5"/>
</p:tagLst>
</file>

<file path=ppt/tags/tag219.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Lst>
</file>

<file path=ppt/tags/tag220.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22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22.xml><?xml version="1.0" encoding="utf-8"?>
<p:tagLst xmlns:p="http://schemas.openxmlformats.org/presentationml/2006/main">
  <p:tag name="COMMONDATA" val="eyJoZGlkIjoiMmNmYmEwOWQ4Y2Q0M2IxMGZkNjI4ZjhkZDQyNzg1OTYifQ=="/>
  <p:tag name="KSO_WPP_MARK_KEY" val="37523c5a-f9bd-4157-ab56-121979c0b78d"/>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Inter"/>
        <a:ea typeface="Inter Black"/>
        <a:cs typeface=""/>
      </a:majorFont>
      <a:minorFont>
        <a:latin typeface="Inter"/>
        <a:ea typeface="Inter Black"/>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F1423"/>
      </a:dk2>
      <a:lt2>
        <a:srgbClr val="FFFFFF"/>
      </a:lt2>
      <a:accent1>
        <a:srgbClr val="4675FC"/>
      </a:accent1>
      <a:accent2>
        <a:srgbClr val="4589FB"/>
      </a:accent2>
      <a:accent3>
        <a:srgbClr val="54A6FB"/>
      </a:accent3>
      <a:accent4>
        <a:srgbClr val="47B2FA"/>
      </a:accent4>
      <a:accent5>
        <a:srgbClr val="4AC7F9"/>
      </a:accent5>
      <a:accent6>
        <a:srgbClr val="4DDBF8"/>
      </a:accent6>
      <a:hlink>
        <a:srgbClr val="0563C1"/>
      </a:hlink>
      <a:folHlink>
        <a:srgbClr val="954D72"/>
      </a:folHlink>
    </a:clrScheme>
    <a:fontScheme name="自定义 9">
      <a:majorFont>
        <a:latin typeface="Inter"/>
        <a:ea typeface="Inter Black"/>
        <a:cs typeface=""/>
      </a:majorFont>
      <a:minorFont>
        <a:latin typeface="Inter"/>
        <a:ea typeface="Inter Black"/>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Inter Black"/>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Black"/>
        <a:ea typeface=""/>
        <a:cs typeface=""/>
        <a:font script="Jpan" typeface="ＭＳ Ｐゴシック"/>
        <a:font script="Hang" typeface="맑은 고딕"/>
        <a:font script="Hans" typeface="Inter Black"/>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Inter Black"/>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Black"/>
        <a:ea typeface=""/>
        <a:cs typeface=""/>
        <a:font script="Jpan" typeface="ＭＳ Ｐゴシック"/>
        <a:font script="Hang" typeface="맑은 고딕"/>
        <a:font script="Hans" typeface="Inter Black"/>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2371</Words>
  <Application>WPS Docs</Application>
  <PresentationFormat>宽屏</PresentationFormat>
  <Paragraphs>118</Paragraphs>
  <Slides>10</Slides>
  <Notes>4</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10</vt:i4>
      </vt:variant>
    </vt:vector>
  </HeadingPairs>
  <TitlesOfParts>
    <vt:vector size="33" baseType="lpstr">
      <vt:lpstr>Arial</vt:lpstr>
      <vt:lpstr>SimSun</vt:lpstr>
      <vt:lpstr>Wingdings</vt:lpstr>
      <vt:lpstr>Inter</vt:lpstr>
      <vt:lpstr>Inter Black</vt:lpstr>
      <vt:lpstr>苹方-简</vt:lpstr>
      <vt:lpstr>Wingdings</vt:lpstr>
      <vt:lpstr>Helvetica</vt:lpstr>
      <vt:lpstr>Microsoft YaHei</vt:lpstr>
      <vt:lpstr>汉仪旗黑</vt:lpstr>
      <vt:lpstr>Arial Unicode MS</vt:lpstr>
      <vt:lpstr>Lato Regular</vt:lpstr>
      <vt:lpstr>Roboto Slab Bold</vt:lpstr>
      <vt:lpstr>Roboto Slab Regular</vt:lpstr>
      <vt:lpstr>Montserrat-Regular</vt:lpstr>
      <vt:lpstr>Helvetica Light</vt:lpstr>
      <vt:lpstr>Roboto Medium</vt:lpstr>
      <vt:lpstr>Open Sans Light</vt:lpstr>
      <vt:lpstr>Thonburi</vt:lpstr>
      <vt:lpstr>Apple SD Gothic Neo</vt:lpstr>
      <vt:lpstr>宋体-简</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Gopal Bhaskar</cp:lastModifiedBy>
  <cp:revision>164</cp:revision>
  <dcterms:created xsi:type="dcterms:W3CDTF">2026-07-03T14:49:54Z</dcterms:created>
  <dcterms:modified xsi:type="dcterms:W3CDTF">2026-07-03T14:49:54Z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D0BFE0DE8F26FBD215B8476AE75DE008_41</vt:lpwstr>
  </property>
</Properties>
</file>